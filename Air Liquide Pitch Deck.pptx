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4"/>
  </p:sldMasterIdLst>
  <p:notesMasterIdLst>
    <p:notesMasterId r:id="rId13"/>
  </p:notesMasterIdLst>
  <p:sldIdLst>
    <p:sldId id="257" r:id="rId5"/>
    <p:sldId id="305" r:id="rId6"/>
    <p:sldId id="258" r:id="rId7"/>
    <p:sldId id="308" r:id="rId8"/>
    <p:sldId id="276" r:id="rId9"/>
    <p:sldId id="298" r:id="rId10"/>
    <p:sldId id="306" r:id="rId11"/>
    <p:sldId id="29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3AC532E-C72B-C338-9B50-47914CD3470A}" name="Adam Mohammad Hilmi" initials="AM" userId="S::ss23938@bristol.ac.uk::dfd6ea7d-36c3-40af-b1fc-2e15a2856558" providerId="AD"/>
  <p188:author id="{D285953C-47FB-DFC5-84CB-5FC5FF3B5D22}" name="Smit Kotak" initials="SK" userId="S::vz22329@bristol.ac.uk::9910f493-f081-46ca-a694-fe7fd6070374" providerId="AD"/>
  <p188:author id="{E4795940-778F-47A9-4835-B959361E0C30}" name="Martim Correia Da Silva Domingos" initials="" userId="S::sw25020@bristol.ac.uk::635055c0-487d-44f6-a48e-b3269d43d810" providerId="AD"/>
  <p188:author id="{A14D224A-FD0A-E9AF-FAF2-97752E95BC9A}" name="Mikayl Fazal" initials="MF" userId="S::hv24333@bristol.ac.uk::03bc241e-1f25-440c-b517-79d81f0fb911" providerId="AD"/>
  <p188:author id="{2FCFB79A-07FE-2776-21B5-D1078C01E36C}" name="Mohammed Ehaan" initials="ME" userId="S::vu24544@bristol.ac.uk::7aba5c6e-31d8-4596-8907-ad46776eee48" providerId="AD"/>
  <p188:author id="{0321C8B8-939B-F295-9102-E6A6D91FC0F8}" name="Anay Mistry" initials="AM" userId="014a8e070f9a5175" providerId="Windows Live"/>
  <p188:author id="{33E127BC-A910-4757-A671-2D48CA2141B4}" name="Anay Mistry" initials="" userId="S::pe25523@bristol.ac.uk::aa3cf5e9-3e50-4253-9e14-6c56cdba94d6" providerId="AD"/>
  <p188:author id="{793946DA-1ED2-0977-6B5C-58E1187EEA49}" name="Manasvi Kommuri" initials="MK" userId="S::lz25093@bristol.ac.uk::1d12e0bf-9e9b-4c6d-9ea1-bb1ad9bcfb92" providerId="AD"/>
  <p188:author id="{E751B5DA-A3F8-52D7-ABE6-292A8F9FAE3F}" name="Abylay Serdiyev" initials="AS" userId="S::ro24634@bristol.ac.uk::39b04367-bfb7-445b-bc3f-f6c3d658c6d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55FAB"/>
    <a:srgbClr val="E30011"/>
    <a:srgbClr val="0E6EA4"/>
    <a:srgbClr val="FFFFFF"/>
    <a:srgbClr val="A2A4AC"/>
    <a:srgbClr val="4472C4"/>
    <a:srgbClr val="355FAC"/>
    <a:srgbClr val="475FA5"/>
    <a:srgbClr val="E407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5223" autoAdjust="0"/>
  </p:normalViewPr>
  <p:slideViewPr>
    <p:cSldViewPr snapToGrid="0">
      <p:cViewPr varScale="1">
        <p:scale>
          <a:sx n="84" d="100"/>
          <a:sy n="84" d="100"/>
        </p:scale>
        <p:origin x="366" y="33"/>
      </p:cViewPr>
      <p:guideLst>
        <p:guide orient="horz" pos="2160"/>
        <p:guide pos="3840"/>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y Mistry" userId="014a8e070f9a5175" providerId="LiveId" clId="{FD4AE1A8-10D6-4507-A3A2-2C0BD7A3546D}"/>
    <pc:docChg chg="undo custSel modSld">
      <pc:chgData name="Anay Mistry" userId="014a8e070f9a5175" providerId="LiveId" clId="{FD4AE1A8-10D6-4507-A3A2-2C0BD7A3546D}" dt="2026-10-29T00:31:51.935" v="1436" actId="14100"/>
      <pc:docMkLst>
        <pc:docMk/>
      </pc:docMkLst>
      <pc:sldChg chg="delSp modSp mod">
        <pc:chgData name="Anay Mistry" userId="014a8e070f9a5175" providerId="LiveId" clId="{FD4AE1A8-10D6-4507-A3A2-2C0BD7A3546D}" dt="2026-10-29T00:18:57.975" v="1432" actId="478"/>
        <pc:sldMkLst>
          <pc:docMk/>
          <pc:sldMk cId="1435788096" sldId="257"/>
        </pc:sldMkLst>
        <pc:grpChg chg="del">
          <ac:chgData name="Anay Mistry" userId="014a8e070f9a5175" providerId="LiveId" clId="{FD4AE1A8-10D6-4507-A3A2-2C0BD7A3546D}" dt="2026-10-29T00:18:57.975" v="1432" actId="478"/>
          <ac:grpSpMkLst>
            <pc:docMk/>
            <pc:sldMk cId="1435788096" sldId="257"/>
            <ac:grpSpMk id="14" creationId="{28F97338-CCA3-96C7-B970-1C42AE3E1B24}"/>
          </ac:grpSpMkLst>
        </pc:grpChg>
      </pc:sldChg>
      <pc:sldChg chg="modSp mod">
        <pc:chgData name="Anay Mistry" userId="014a8e070f9a5175" providerId="LiveId" clId="{FD4AE1A8-10D6-4507-A3A2-2C0BD7A3546D}" dt="2026-10-28T23:39:07.329" v="520" actId="1035"/>
        <pc:sldMkLst>
          <pc:docMk/>
          <pc:sldMk cId="4280759280" sldId="258"/>
        </pc:sldMkLst>
        <pc:spChg chg="mod">
          <ac:chgData name="Anay Mistry" userId="014a8e070f9a5175" providerId="LiveId" clId="{FD4AE1A8-10D6-4507-A3A2-2C0BD7A3546D}" dt="2026-10-28T23:33:25.510" v="486" actId="1076"/>
          <ac:spMkLst>
            <pc:docMk/>
            <pc:sldMk cId="4280759280" sldId="258"/>
            <ac:spMk id="14" creationId="{1CF5E3B5-7CF7-BFF8-DAAE-D1CB73F92944}"/>
          </ac:spMkLst>
        </pc:spChg>
        <pc:spChg chg="mod">
          <ac:chgData name="Anay Mistry" userId="014a8e070f9a5175" providerId="LiveId" clId="{FD4AE1A8-10D6-4507-A3A2-2C0BD7A3546D}" dt="2026-10-28T23:34:56.902" v="504" actId="20577"/>
          <ac:spMkLst>
            <pc:docMk/>
            <pc:sldMk cId="4280759280" sldId="258"/>
            <ac:spMk id="15" creationId="{8AAD8FD4-32A1-6015-EA99-8BAF9E3C2AFD}"/>
          </ac:spMkLst>
        </pc:spChg>
        <pc:spChg chg="mod">
          <ac:chgData name="Anay Mistry" userId="014a8e070f9a5175" providerId="LiveId" clId="{FD4AE1A8-10D6-4507-A3A2-2C0BD7A3546D}" dt="2026-10-28T23:38:38.877" v="519" actId="20577"/>
          <ac:spMkLst>
            <pc:docMk/>
            <pc:sldMk cId="4280759280" sldId="258"/>
            <ac:spMk id="27" creationId="{68B4B817-38B4-577C-66B0-E958D0F4D874}"/>
          </ac:spMkLst>
        </pc:spChg>
        <pc:spChg chg="mod">
          <ac:chgData name="Anay Mistry" userId="014a8e070f9a5175" providerId="LiveId" clId="{FD4AE1A8-10D6-4507-A3A2-2C0BD7A3546D}" dt="2026-10-28T23:30:02.788" v="404" actId="20577"/>
          <ac:spMkLst>
            <pc:docMk/>
            <pc:sldMk cId="4280759280" sldId="258"/>
            <ac:spMk id="30" creationId="{D421376C-1C16-2BDA-D185-5701359E0AC5}"/>
          </ac:spMkLst>
        </pc:spChg>
        <pc:spChg chg="mod">
          <ac:chgData name="Anay Mistry" userId="014a8e070f9a5175" providerId="LiveId" clId="{FD4AE1A8-10D6-4507-A3A2-2C0BD7A3546D}" dt="2026-10-28T23:37:19.149" v="510" actId="1036"/>
          <ac:spMkLst>
            <pc:docMk/>
            <pc:sldMk cId="4280759280" sldId="258"/>
            <ac:spMk id="31" creationId="{92082CEA-CABB-76FB-204D-20A4F84630C7}"/>
          </ac:spMkLst>
        </pc:spChg>
        <pc:picChg chg="mod">
          <ac:chgData name="Anay Mistry" userId="014a8e070f9a5175" providerId="LiveId" clId="{FD4AE1A8-10D6-4507-A3A2-2C0BD7A3546D}" dt="2026-10-28T23:39:07.329" v="520" actId="1035"/>
          <ac:picMkLst>
            <pc:docMk/>
            <pc:sldMk cId="4280759280" sldId="258"/>
            <ac:picMk id="20" creationId="{095AFC0A-89E3-B842-D1CD-545983D2DED0}"/>
          </ac:picMkLst>
        </pc:picChg>
      </pc:sldChg>
      <pc:sldChg chg="modSp mod">
        <pc:chgData name="Anay Mistry" userId="014a8e070f9a5175" providerId="LiveId" clId="{FD4AE1A8-10D6-4507-A3A2-2C0BD7A3546D}" dt="2026-10-28T23:59:32.921" v="960" actId="20577"/>
        <pc:sldMkLst>
          <pc:docMk/>
          <pc:sldMk cId="1147596798" sldId="276"/>
        </pc:sldMkLst>
        <pc:spChg chg="mod">
          <ac:chgData name="Anay Mistry" userId="014a8e070f9a5175" providerId="LiveId" clId="{FD4AE1A8-10D6-4507-A3A2-2C0BD7A3546D}" dt="2026-10-28T23:58:27.864" v="928" actId="20577"/>
          <ac:spMkLst>
            <pc:docMk/>
            <pc:sldMk cId="1147596798" sldId="276"/>
            <ac:spMk id="2" creationId="{14943BCF-8E87-8B36-3233-2E42D2F3DAF4}"/>
          </ac:spMkLst>
        </pc:spChg>
        <pc:spChg chg="mod">
          <ac:chgData name="Anay Mistry" userId="014a8e070f9a5175" providerId="LiveId" clId="{FD4AE1A8-10D6-4507-A3A2-2C0BD7A3546D}" dt="2026-10-28T23:59:32.921" v="960" actId="20577"/>
          <ac:spMkLst>
            <pc:docMk/>
            <pc:sldMk cId="1147596798" sldId="276"/>
            <ac:spMk id="8" creationId="{FD0795A3-2F4C-F5AF-F840-FD2FD2087C0B}"/>
          </ac:spMkLst>
        </pc:spChg>
        <pc:spChg chg="mod">
          <ac:chgData name="Anay Mistry" userId="014a8e070f9a5175" providerId="LiveId" clId="{FD4AE1A8-10D6-4507-A3A2-2C0BD7A3546D}" dt="2026-10-28T23:52:29.030" v="740" actId="255"/>
          <ac:spMkLst>
            <pc:docMk/>
            <pc:sldMk cId="1147596798" sldId="276"/>
            <ac:spMk id="10" creationId="{FB845A89-3649-B181-49A6-93917CF8E1C7}"/>
          </ac:spMkLst>
        </pc:spChg>
        <pc:spChg chg="mod">
          <ac:chgData name="Anay Mistry" userId="014a8e070f9a5175" providerId="LiveId" clId="{FD4AE1A8-10D6-4507-A3A2-2C0BD7A3546D}" dt="2026-10-28T23:57:40.909" v="852" actId="255"/>
          <ac:spMkLst>
            <pc:docMk/>
            <pc:sldMk cId="1147596798" sldId="276"/>
            <ac:spMk id="16" creationId="{C1D63F7D-478B-7BDB-DF07-AA429C95E88E}"/>
          </ac:spMkLst>
        </pc:spChg>
        <pc:spChg chg="mod">
          <ac:chgData name="Anay Mistry" userId="014a8e070f9a5175" providerId="LiveId" clId="{FD4AE1A8-10D6-4507-A3A2-2C0BD7A3546D}" dt="2026-10-28T23:50:47.845" v="716" actId="20577"/>
          <ac:spMkLst>
            <pc:docMk/>
            <pc:sldMk cId="1147596798" sldId="276"/>
            <ac:spMk id="19" creationId="{723CC2CA-3C0B-605F-E86B-6E0D275FF8BB}"/>
          </ac:spMkLst>
        </pc:spChg>
        <pc:cxnChg chg="mod">
          <ac:chgData name="Anay Mistry" userId="014a8e070f9a5175" providerId="LiveId" clId="{FD4AE1A8-10D6-4507-A3A2-2C0BD7A3546D}" dt="2026-10-28T23:53:11.449" v="743" actId="14100"/>
          <ac:cxnSpMkLst>
            <pc:docMk/>
            <pc:sldMk cId="1147596798" sldId="276"/>
            <ac:cxnSpMk id="3" creationId="{8AE7606E-C7B2-74F5-FF74-F88EF8F9CEF3}"/>
          </ac:cxnSpMkLst>
        </pc:cxnChg>
        <pc:cxnChg chg="mod">
          <ac:chgData name="Anay Mistry" userId="014a8e070f9a5175" providerId="LiveId" clId="{FD4AE1A8-10D6-4507-A3A2-2C0BD7A3546D}" dt="2026-10-28T23:53:19.136" v="744" actId="14100"/>
          <ac:cxnSpMkLst>
            <pc:docMk/>
            <pc:sldMk cId="1147596798" sldId="276"/>
            <ac:cxnSpMk id="9" creationId="{5FCBF232-9D05-CA90-8A65-ADDD18269AE2}"/>
          </ac:cxnSpMkLst>
        </pc:cxnChg>
      </pc:sldChg>
      <pc:sldChg chg="modSp mod">
        <pc:chgData name="Anay Mistry" userId="014a8e070f9a5175" providerId="LiveId" clId="{FD4AE1A8-10D6-4507-A3A2-2C0BD7A3546D}" dt="2026-10-29T00:31:51.935" v="1436" actId="14100"/>
        <pc:sldMkLst>
          <pc:docMk/>
          <pc:sldMk cId="2544954970" sldId="298"/>
        </pc:sldMkLst>
        <pc:spChg chg="mod">
          <ac:chgData name="Anay Mistry" userId="014a8e070f9a5175" providerId="LiveId" clId="{FD4AE1A8-10D6-4507-A3A2-2C0BD7A3546D}" dt="2026-10-29T00:00:12.870" v="961" actId="20577"/>
          <ac:spMkLst>
            <pc:docMk/>
            <pc:sldMk cId="2544954970" sldId="298"/>
            <ac:spMk id="8" creationId="{FD0795A3-2F4C-F5AF-F840-FD2FD2087C0B}"/>
          </ac:spMkLst>
        </pc:spChg>
        <pc:spChg chg="mod">
          <ac:chgData name="Anay Mistry" userId="014a8e070f9a5175" providerId="LiveId" clId="{FD4AE1A8-10D6-4507-A3A2-2C0BD7A3546D}" dt="2026-10-29T00:01:17.374" v="981" actId="20577"/>
          <ac:spMkLst>
            <pc:docMk/>
            <pc:sldMk cId="2544954970" sldId="298"/>
            <ac:spMk id="32" creationId="{C467370C-0E32-823E-9F92-13ED831E7F32}"/>
          </ac:spMkLst>
        </pc:spChg>
        <pc:spChg chg="mod">
          <ac:chgData name="Anay Mistry" userId="014a8e070f9a5175" providerId="LiveId" clId="{FD4AE1A8-10D6-4507-A3A2-2C0BD7A3546D}" dt="2026-10-29T00:02:03.301" v="1004" actId="20577"/>
          <ac:spMkLst>
            <pc:docMk/>
            <pc:sldMk cId="2544954970" sldId="298"/>
            <ac:spMk id="36" creationId="{BB80C1A5-2AD7-5926-E831-9DAD6EC628C6}"/>
          </ac:spMkLst>
        </pc:spChg>
        <pc:spChg chg="mod">
          <ac:chgData name="Anay Mistry" userId="014a8e070f9a5175" providerId="LiveId" clId="{FD4AE1A8-10D6-4507-A3A2-2C0BD7A3546D}" dt="2026-10-29T00:07:22.442" v="1122" actId="14100"/>
          <ac:spMkLst>
            <pc:docMk/>
            <pc:sldMk cId="2544954970" sldId="298"/>
            <ac:spMk id="39" creationId="{5731B266-5C9A-92C5-B4BD-EB4F552339FD}"/>
          </ac:spMkLst>
        </pc:spChg>
        <pc:spChg chg="mod">
          <ac:chgData name="Anay Mistry" userId="014a8e070f9a5175" providerId="LiveId" clId="{FD4AE1A8-10D6-4507-A3A2-2C0BD7A3546D}" dt="2026-10-29T00:02:41.175" v="1009" actId="20577"/>
          <ac:spMkLst>
            <pc:docMk/>
            <pc:sldMk cId="2544954970" sldId="298"/>
            <ac:spMk id="48" creationId="{5A6EC090-5FC9-6E5C-843D-3A861AEB1B82}"/>
          </ac:spMkLst>
        </pc:spChg>
        <pc:spChg chg="mod">
          <ac:chgData name="Anay Mistry" userId="014a8e070f9a5175" providerId="LiveId" clId="{FD4AE1A8-10D6-4507-A3A2-2C0BD7A3546D}" dt="2026-10-29T00:04:24.234" v="1067" actId="20577"/>
          <ac:spMkLst>
            <pc:docMk/>
            <pc:sldMk cId="2544954970" sldId="298"/>
            <ac:spMk id="51" creationId="{31F82028-2538-7CB0-8728-EC861DCB4AF2}"/>
          </ac:spMkLst>
        </pc:spChg>
        <pc:spChg chg="mod">
          <ac:chgData name="Anay Mistry" userId="014a8e070f9a5175" providerId="LiveId" clId="{FD4AE1A8-10D6-4507-A3A2-2C0BD7A3546D}" dt="2026-10-29T00:07:02.204" v="1120" actId="20577"/>
          <ac:spMkLst>
            <pc:docMk/>
            <pc:sldMk cId="2544954970" sldId="298"/>
            <ac:spMk id="52" creationId="{837AD9A9-765B-4E8D-8289-1CE77F0BFBD8}"/>
          </ac:spMkLst>
        </pc:spChg>
        <pc:spChg chg="mod">
          <ac:chgData name="Anay Mistry" userId="014a8e070f9a5175" providerId="LiveId" clId="{FD4AE1A8-10D6-4507-A3A2-2C0BD7A3546D}" dt="2026-10-29T00:07:42.384" v="1137" actId="20577"/>
          <ac:spMkLst>
            <pc:docMk/>
            <pc:sldMk cId="2544954970" sldId="298"/>
            <ac:spMk id="72" creationId="{724199D5-1C69-40E1-4ED2-865C0B9967EC}"/>
          </ac:spMkLst>
        </pc:spChg>
        <pc:spChg chg="mod">
          <ac:chgData name="Anay Mistry" userId="014a8e070f9a5175" providerId="LiveId" clId="{FD4AE1A8-10D6-4507-A3A2-2C0BD7A3546D}" dt="2026-10-29T00:31:51.935" v="1436" actId="14100"/>
          <ac:spMkLst>
            <pc:docMk/>
            <pc:sldMk cId="2544954970" sldId="298"/>
            <ac:spMk id="75" creationId="{25A909D8-92E6-697A-DDA6-4373625AE4F1}"/>
          </ac:spMkLst>
        </pc:spChg>
      </pc:sldChg>
      <pc:sldChg chg="delSp modSp mod">
        <pc:chgData name="Anay Mistry" userId="014a8e070f9a5175" providerId="LiveId" clId="{FD4AE1A8-10D6-4507-A3A2-2C0BD7A3546D}" dt="2026-10-29T00:18:39.222" v="1430" actId="478"/>
        <pc:sldMkLst>
          <pc:docMk/>
          <pc:sldMk cId="3481035737" sldId="299"/>
        </pc:sldMkLst>
        <pc:spChg chg="mod">
          <ac:chgData name="Anay Mistry" userId="014a8e070f9a5175" providerId="LiveId" clId="{FD4AE1A8-10D6-4507-A3A2-2C0BD7A3546D}" dt="2026-10-29T00:18:28.238" v="1429" actId="1036"/>
          <ac:spMkLst>
            <pc:docMk/>
            <pc:sldMk cId="3481035737" sldId="299"/>
            <ac:spMk id="15" creationId="{0F66A0B2-7DEE-B57B-5DF3-20EB309AF0B8}"/>
          </ac:spMkLst>
        </pc:spChg>
        <pc:spChg chg="mod">
          <ac:chgData name="Anay Mistry" userId="014a8e070f9a5175" providerId="LiveId" clId="{FD4AE1A8-10D6-4507-A3A2-2C0BD7A3546D}" dt="2026-10-29T00:18:18.690" v="1418" actId="1076"/>
          <ac:spMkLst>
            <pc:docMk/>
            <pc:sldMk cId="3481035737" sldId="299"/>
            <ac:spMk id="16" creationId="{58F880CA-A4EC-12D3-A779-25295CB22102}"/>
          </ac:spMkLst>
        </pc:spChg>
        <pc:spChg chg="mod">
          <ac:chgData name="Anay Mistry" userId="014a8e070f9a5175" providerId="LiveId" clId="{FD4AE1A8-10D6-4507-A3A2-2C0BD7A3546D}" dt="2026-10-29T00:17:36.967" v="1415" actId="14100"/>
          <ac:spMkLst>
            <pc:docMk/>
            <pc:sldMk cId="3481035737" sldId="299"/>
            <ac:spMk id="17" creationId="{F653FADB-36F5-34D2-9E5B-D135259B0F08}"/>
          </ac:spMkLst>
        </pc:spChg>
        <pc:grpChg chg="del">
          <ac:chgData name="Anay Mistry" userId="014a8e070f9a5175" providerId="LiveId" clId="{FD4AE1A8-10D6-4507-A3A2-2C0BD7A3546D}" dt="2026-10-29T00:18:39.222" v="1430" actId="478"/>
          <ac:grpSpMkLst>
            <pc:docMk/>
            <pc:sldMk cId="3481035737" sldId="299"/>
            <ac:grpSpMk id="23" creationId="{6DD3C2CD-493D-5083-6841-593BB4891CD3}"/>
          </ac:grpSpMkLst>
        </pc:grpChg>
        <pc:picChg chg="mod">
          <ac:chgData name="Anay Mistry" userId="014a8e070f9a5175" providerId="LiveId" clId="{FD4AE1A8-10D6-4507-A3A2-2C0BD7A3546D}" dt="2026-10-29T00:18:23.580" v="1419" actId="1076"/>
          <ac:picMkLst>
            <pc:docMk/>
            <pc:sldMk cId="3481035737" sldId="299"/>
            <ac:picMk id="29" creationId="{5B40A0AD-5CC5-56D6-FD25-B56E7D97620B}"/>
          </ac:picMkLst>
        </pc:picChg>
      </pc:sldChg>
      <pc:sldChg chg="modSp mod modNotesTx">
        <pc:chgData name="Anay Mistry" userId="014a8e070f9a5175" providerId="LiveId" clId="{FD4AE1A8-10D6-4507-A3A2-2C0BD7A3546D}" dt="2026-10-29T00:19:03.084" v="1433" actId="20577"/>
        <pc:sldMkLst>
          <pc:docMk/>
          <pc:sldMk cId="3366014940" sldId="305"/>
        </pc:sldMkLst>
        <pc:spChg chg="mod">
          <ac:chgData name="Anay Mistry" userId="014a8e070f9a5175" providerId="LiveId" clId="{FD4AE1A8-10D6-4507-A3A2-2C0BD7A3546D}" dt="2026-10-28T23:20:04.002" v="284" actId="1036"/>
          <ac:spMkLst>
            <pc:docMk/>
            <pc:sldMk cId="3366014940" sldId="305"/>
            <ac:spMk id="2" creationId="{A001B83C-38F0-A124-16E1-54215C857B78}"/>
          </ac:spMkLst>
        </pc:spChg>
        <pc:spChg chg="mod">
          <ac:chgData name="Anay Mistry" userId="014a8e070f9a5175" providerId="LiveId" clId="{FD4AE1A8-10D6-4507-A3A2-2C0BD7A3546D}" dt="2026-10-28T23:26:04.084" v="352" actId="255"/>
          <ac:spMkLst>
            <pc:docMk/>
            <pc:sldMk cId="3366014940" sldId="305"/>
            <ac:spMk id="3" creationId="{F0C792D9-B5C9-D83A-85EB-66F7AE8489C9}"/>
          </ac:spMkLst>
        </pc:spChg>
        <pc:spChg chg="mod">
          <ac:chgData name="Anay Mistry" userId="014a8e070f9a5175" providerId="LiveId" clId="{FD4AE1A8-10D6-4507-A3A2-2C0BD7A3546D}" dt="2026-10-28T23:20:30.057" v="292"/>
          <ac:spMkLst>
            <pc:docMk/>
            <pc:sldMk cId="3366014940" sldId="305"/>
            <ac:spMk id="4" creationId="{A992444A-2517-1DCE-1F16-D9612917F8D8}"/>
          </ac:spMkLst>
        </pc:spChg>
        <pc:spChg chg="mod">
          <ac:chgData name="Anay Mistry" userId="014a8e070f9a5175" providerId="LiveId" clId="{FD4AE1A8-10D6-4507-A3A2-2C0BD7A3546D}" dt="2026-10-28T23:27:30.185" v="360" actId="20577"/>
          <ac:spMkLst>
            <pc:docMk/>
            <pc:sldMk cId="3366014940" sldId="305"/>
            <ac:spMk id="18" creationId="{33895B1D-5662-FC7C-8170-D815AD9E90F8}"/>
          </ac:spMkLst>
        </pc:spChg>
      </pc:sldChg>
      <pc:sldChg chg="delSp modSp mod modNotesTx">
        <pc:chgData name="Anay Mistry" userId="014a8e070f9a5175" providerId="LiveId" clId="{FD4AE1A8-10D6-4507-A3A2-2C0BD7A3546D}" dt="2026-10-29T00:18:45.570" v="1431" actId="478"/>
        <pc:sldMkLst>
          <pc:docMk/>
          <pc:sldMk cId="2170746792" sldId="306"/>
        </pc:sldMkLst>
        <pc:grpChg chg="del">
          <ac:chgData name="Anay Mistry" userId="014a8e070f9a5175" providerId="LiveId" clId="{FD4AE1A8-10D6-4507-A3A2-2C0BD7A3546D}" dt="2026-10-29T00:18:45.570" v="1431" actId="478"/>
          <ac:grpSpMkLst>
            <pc:docMk/>
            <pc:sldMk cId="2170746792" sldId="306"/>
            <ac:grpSpMk id="29" creationId="{B75F8E2E-676E-4979-220D-4C0E9F735D3C}"/>
          </ac:grpSpMkLst>
        </pc:grpChg>
        <pc:graphicFrameChg chg="mod modGraphic">
          <ac:chgData name="Anay Mistry" userId="014a8e070f9a5175" providerId="LiveId" clId="{FD4AE1A8-10D6-4507-A3A2-2C0BD7A3546D}" dt="2026-10-29T00:16:30.394" v="1377" actId="20577"/>
          <ac:graphicFrameMkLst>
            <pc:docMk/>
            <pc:sldMk cId="2170746792" sldId="306"/>
            <ac:graphicFrameMk id="10" creationId="{A06D42EF-4123-32D2-D3B0-DAFA7F2F53BA}"/>
          </ac:graphicFrameMkLst>
        </pc:graphicFrameChg>
      </pc:sldChg>
      <pc:sldChg chg="addSp delSp modSp mod">
        <pc:chgData name="Anay Mistry" userId="014a8e070f9a5175" providerId="LiveId" clId="{FD4AE1A8-10D6-4507-A3A2-2C0BD7A3546D}" dt="2026-10-28T23:49:58.021" v="684" actId="1036"/>
        <pc:sldMkLst>
          <pc:docMk/>
          <pc:sldMk cId="3499183759" sldId="308"/>
        </pc:sldMkLst>
        <pc:spChg chg="mod">
          <ac:chgData name="Anay Mistry" userId="014a8e070f9a5175" providerId="LiveId" clId="{FD4AE1A8-10D6-4507-A3A2-2C0BD7A3546D}" dt="2026-10-28T23:45:14.176" v="637" actId="1035"/>
          <ac:spMkLst>
            <pc:docMk/>
            <pc:sldMk cId="3499183759" sldId="308"/>
            <ac:spMk id="10" creationId="{416FFD3F-E454-B283-3590-32C0D7EF35B7}"/>
          </ac:spMkLst>
        </pc:spChg>
        <pc:spChg chg="mod">
          <ac:chgData name="Anay Mistry" userId="014a8e070f9a5175" providerId="LiveId" clId="{FD4AE1A8-10D6-4507-A3A2-2C0BD7A3546D}" dt="2026-10-28T23:39:36.729" v="523" actId="1035"/>
          <ac:spMkLst>
            <pc:docMk/>
            <pc:sldMk cId="3499183759" sldId="308"/>
            <ac:spMk id="13" creationId="{D3CED50A-F9B6-6423-43B2-0A14B0C42CD7}"/>
          </ac:spMkLst>
        </pc:spChg>
        <pc:spChg chg="del mod">
          <ac:chgData name="Anay Mistry" userId="014a8e070f9a5175" providerId="LiveId" clId="{FD4AE1A8-10D6-4507-A3A2-2C0BD7A3546D}" dt="2026-10-28T23:42:10.184" v="576"/>
          <ac:spMkLst>
            <pc:docMk/>
            <pc:sldMk cId="3499183759" sldId="308"/>
            <ac:spMk id="28" creationId="{F27B76D9-8357-D1DE-9DFF-751E3A37E457}"/>
          </ac:spMkLst>
        </pc:spChg>
        <pc:spChg chg="mod">
          <ac:chgData name="Anay Mistry" userId="014a8e070f9a5175" providerId="LiveId" clId="{FD4AE1A8-10D6-4507-A3A2-2C0BD7A3546D}" dt="2026-10-28T23:47:56.720" v="655" actId="1035"/>
          <ac:spMkLst>
            <pc:docMk/>
            <pc:sldMk cId="3499183759" sldId="308"/>
            <ac:spMk id="43" creationId="{70F8A294-ED32-F3C8-D331-A0C141F922B4}"/>
          </ac:spMkLst>
        </pc:spChg>
        <pc:spChg chg="mod">
          <ac:chgData name="Anay Mistry" userId="014a8e070f9a5175" providerId="LiveId" clId="{FD4AE1A8-10D6-4507-A3A2-2C0BD7A3546D}" dt="2026-10-28T23:47:37.450" v="649" actId="20577"/>
          <ac:spMkLst>
            <pc:docMk/>
            <pc:sldMk cId="3499183759" sldId="308"/>
            <ac:spMk id="46" creationId="{27426997-EC9A-C489-363B-427A64456529}"/>
          </ac:spMkLst>
        </pc:spChg>
        <pc:spChg chg="mod">
          <ac:chgData name="Anay Mistry" userId="014a8e070f9a5175" providerId="LiveId" clId="{FD4AE1A8-10D6-4507-A3A2-2C0BD7A3546D}" dt="2026-10-28T23:49:58.021" v="684" actId="1036"/>
          <ac:spMkLst>
            <pc:docMk/>
            <pc:sldMk cId="3499183759" sldId="308"/>
            <ac:spMk id="47" creationId="{2D72AE33-F59E-67A2-69F9-F80C009AB223}"/>
          </ac:spMkLst>
        </pc:spChg>
        <pc:picChg chg="del">
          <ac:chgData name="Anay Mistry" userId="014a8e070f9a5175" providerId="LiveId" clId="{FD4AE1A8-10D6-4507-A3A2-2C0BD7A3546D}" dt="2026-10-28T23:42:07.043" v="572" actId="478"/>
          <ac:picMkLst>
            <pc:docMk/>
            <pc:sldMk cId="3499183759" sldId="308"/>
            <ac:picMk id="22" creationId="{1785E3F5-ED48-D684-52F9-891BBAC459C5}"/>
          </ac:picMkLst>
        </pc:picChg>
        <pc:cxnChg chg="add mod">
          <ac:chgData name="Anay Mistry" userId="014a8e070f9a5175" providerId="LiveId" clId="{FD4AE1A8-10D6-4507-A3A2-2C0BD7A3546D}" dt="2026-10-28T23:41:47.061" v="571" actId="1037"/>
          <ac:cxnSpMkLst>
            <pc:docMk/>
            <pc:sldMk cId="3499183759" sldId="308"/>
            <ac:cxnSpMk id="15" creationId="{48A3AC3B-68AB-36C3-B1CE-9982AB69E07F}"/>
          </ac:cxnSpMkLst>
        </pc:cxnChg>
        <pc:cxnChg chg="del">
          <ac:chgData name="Anay Mistry" userId="014a8e070f9a5175" providerId="LiveId" clId="{FD4AE1A8-10D6-4507-A3A2-2C0BD7A3546D}" dt="2026-10-28T23:41:06.183" v="526" actId="478"/>
          <ac:cxnSpMkLst>
            <pc:docMk/>
            <pc:sldMk cId="3499183759" sldId="308"/>
            <ac:cxnSpMk id="26" creationId="{C97A132E-8684-9AA6-A832-FC112C7A0884}"/>
          </ac:cxnSpMkLst>
        </pc:cxnChg>
        <pc:cxnChg chg="mod">
          <ac:chgData name="Anay Mistry" userId="014a8e070f9a5175" providerId="LiveId" clId="{FD4AE1A8-10D6-4507-A3A2-2C0BD7A3546D}" dt="2026-10-28T23:40:45.087" v="524" actId="1076"/>
          <ac:cxnSpMkLst>
            <pc:docMk/>
            <pc:sldMk cId="3499183759" sldId="308"/>
            <ac:cxnSpMk id="31" creationId="{A0BFBC02-9DBB-C8C0-4B41-CEE53BD80A7A}"/>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uob-my.sharepoint.com/personal/vu24544_bristol_ac_uk/Documents/qcom%20dcf.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ser>
          <c:idx val="0"/>
          <c:order val="0"/>
          <c:spPr>
            <a:solidFill>
              <a:srgbClr val="0E6EA4"/>
            </a:solidFill>
            <a:ln>
              <a:noFill/>
            </a:ln>
            <a:effectLst/>
          </c:spPr>
          <c:invertIfNegative val="0"/>
          <c:dPt>
            <c:idx val="0"/>
            <c:invertIfNegative val="0"/>
            <c:bubble3D val="0"/>
            <c:spPr>
              <a:solidFill>
                <a:srgbClr val="355FAB"/>
              </a:solidFill>
              <a:ln>
                <a:noFill/>
              </a:ln>
              <a:effectLst/>
            </c:spPr>
            <c:extLst>
              <c:ext xmlns:c16="http://schemas.microsoft.com/office/drawing/2014/chart" uri="{C3380CC4-5D6E-409C-BE32-E72D297353CC}">
                <c16:uniqueId val="{00000001-9795-4BFB-8F9B-5FA5FE84FC35}"/>
              </c:ext>
            </c:extLst>
          </c:dPt>
          <c:dPt>
            <c:idx val="1"/>
            <c:invertIfNegative val="0"/>
            <c:bubble3D val="0"/>
            <c:spPr>
              <a:solidFill>
                <a:srgbClr val="FF0000"/>
              </a:solidFill>
              <a:ln>
                <a:noFill/>
              </a:ln>
              <a:effectLst/>
            </c:spPr>
            <c:extLst>
              <c:ext xmlns:c16="http://schemas.microsoft.com/office/drawing/2014/chart" uri="{C3380CC4-5D6E-409C-BE32-E72D297353CC}">
                <c16:uniqueId val="{00000003-9795-4BFB-8F9B-5FA5FE84FC35}"/>
              </c:ext>
            </c:extLst>
          </c:dPt>
          <c:dPt>
            <c:idx val="2"/>
            <c:invertIfNegative val="0"/>
            <c:bubble3D val="0"/>
            <c:spPr>
              <a:solidFill>
                <a:srgbClr val="A2A4AC"/>
              </a:solidFill>
              <a:ln>
                <a:noFill/>
              </a:ln>
              <a:effectLst/>
            </c:spPr>
            <c:extLst>
              <c:ext xmlns:c16="http://schemas.microsoft.com/office/drawing/2014/chart" uri="{C3380CC4-5D6E-409C-BE32-E72D297353CC}">
                <c16:uniqueId val="{00000005-9795-4BFB-8F9B-5FA5FE84FC35}"/>
              </c:ext>
            </c:extLst>
          </c:dPt>
          <c:dPt>
            <c:idx val="3"/>
            <c:invertIfNegative val="0"/>
            <c:bubble3D val="0"/>
            <c:spPr>
              <a:solidFill>
                <a:srgbClr val="0E6EA4"/>
              </a:solidFill>
              <a:ln>
                <a:noFill/>
              </a:ln>
              <a:effectLst/>
            </c:spPr>
            <c:extLst>
              <c:ext xmlns:c16="http://schemas.microsoft.com/office/drawing/2014/chart" uri="{C3380CC4-5D6E-409C-BE32-E72D297353CC}">
                <c16:uniqueId val="{00000007-9795-4BFB-8F9B-5FA5FE84FC35}"/>
              </c:ext>
            </c:extLst>
          </c:dPt>
          <c:xVal>
            <c:numRef>
              <c:f>Matrix!$B$13:$B$16</c:f>
              <c:numCache>
                <c:formatCode>0%</c:formatCode>
                <c:ptCount val="4"/>
                <c:pt idx="0" formatCode="0.00%">
                  <c:v>4.2999999999999997E-2</c:v>
                </c:pt>
                <c:pt idx="1">
                  <c:v>3.2000000000000001E-2</c:v>
                </c:pt>
                <c:pt idx="2" formatCode="0.00%">
                  <c:v>6.3E-2</c:v>
                </c:pt>
                <c:pt idx="3">
                  <c:v>0.09</c:v>
                </c:pt>
              </c:numCache>
            </c:numRef>
          </c:xVal>
          <c:yVal>
            <c:numRef>
              <c:f>Matrix!$C$13:$C$16</c:f>
              <c:numCache>
                <c:formatCode>0%</c:formatCode>
                <c:ptCount val="4"/>
                <c:pt idx="0">
                  <c:v>0.2</c:v>
                </c:pt>
                <c:pt idx="1">
                  <c:v>0.12</c:v>
                </c:pt>
                <c:pt idx="2">
                  <c:v>0.03</c:v>
                </c:pt>
                <c:pt idx="3">
                  <c:v>0.03</c:v>
                </c:pt>
              </c:numCache>
            </c:numRef>
          </c:yVal>
          <c:bubbleSize>
            <c:numRef>
              <c:f>Matrix!$D$13:$D$16</c:f>
              <c:numCache>
                <c:formatCode>General</c:formatCode>
                <c:ptCount val="4"/>
                <c:pt idx="0">
                  <c:v>115.07</c:v>
                </c:pt>
                <c:pt idx="1">
                  <c:v>197.99</c:v>
                </c:pt>
                <c:pt idx="2">
                  <c:v>57.84</c:v>
                </c:pt>
                <c:pt idx="3">
                  <c:v>14.11</c:v>
                </c:pt>
              </c:numCache>
            </c:numRef>
          </c:bubbleSize>
          <c:bubble3D val="0"/>
          <c:extLst>
            <c:ext xmlns:c16="http://schemas.microsoft.com/office/drawing/2014/chart" uri="{C3380CC4-5D6E-409C-BE32-E72D297353CC}">
              <c16:uniqueId val="{00000008-9795-4BFB-8F9B-5FA5FE84FC35}"/>
            </c:ext>
          </c:extLst>
        </c:ser>
        <c:dLbls>
          <c:showLegendKey val="0"/>
          <c:showVal val="0"/>
          <c:showCatName val="0"/>
          <c:showSerName val="0"/>
          <c:showPercent val="0"/>
          <c:showBubbleSize val="0"/>
        </c:dLbls>
        <c:bubbleScale val="100"/>
        <c:showNegBubbles val="0"/>
        <c:axId val="951917855"/>
        <c:axId val="951918815"/>
      </c:bubbleChart>
      <c:valAx>
        <c:axId val="95191785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Growth (5Y CAGR)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1918815"/>
        <c:crosses val="autoZero"/>
        <c:crossBetween val="midCat"/>
      </c:valAx>
      <c:valAx>
        <c:axId val="951918815"/>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Business  Stability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1917855"/>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03"/>
    </inkml:context>
    <inkml:brush xml:id="br0">
      <inkml:brushProperty name="width" value="0.05" units="cm"/>
      <inkml:brushProperty name="height" value="0.05" units="cm"/>
      <inkml:brushProperty name="color" value="#E71224"/>
    </inkml:brush>
  </inkml:definitions>
  <inkml:trace contextRef="#ctx0" brushRef="#br0">8415 8461 16383 0 0,'0'0'0'0'0,"0"0"0"0"0,2 0 0 0 0,0 0 0 0 0,1 0 0 0 0,1 0 0 0 0,1 0 0 0 0,0 0 0 0 0,1 0 0 0 0,0 0 0 0 0,0 0 0 0 0,-1 0 0 0 0,1-1 0 0 0,-1 1 0 0 0,0 0 0 0 0,-1 0 0 0 0,0-1 0 0 0,0 1 0 0 0,-1 0 0 0 0,1 0 0 0 0,-1 0 0 0 0,1 0 0 0 0,-1 0 0 0 0,0 0 0 0 0,0 0 0 0 0,0 0 0 0 0,0 0 0 0 0,0 0 0 0 0,0 0 0 0 0,0 0 0 0 0,0-1 0 0 0,0 1 0 0 0,0 0 0 0 0,0 0 0 0 0,-1 0 0 0 0,1 0 0 0 0,-1 0 0 0 0,0 0 0 0 0,0 0 0 0 0,0 0 0 0 0,0 0 0 0 0,0 0 0 0 0,-1 0 0 0 0,1 0 0 0 0,-1 0 0 0 0,1 0 0 0 0,0 0 0 0 0,-1 0 0 0 0,1 0 0 0 0,-1 0 0 0 0,1 0 0 0 0,-1 0 0 0 0,1 1 0 0 0,0-1 0 0 0,1 1 0 0 0,0 0 0 0 0,0 1 0 0 0,1-1 0 0 0,0 0 0 0 0,-1 1 0 0 0,1-1 0 0 0,0 0 0 0 0,-1 1 0 0 0,1-1 0 0 0,-1 0 0 0 0,0 1 0 0 0,0-1 0 0 0,0 1 0 0 0,0 0 0 0 0,0 0 0 0 0,0-1 0 0 0,0 0 0 0 0,0 0 0 0 0,0 1 0 0 0,0-1 0 0 0,0 0 0 0 0,0 0 0 0 0,0 1 0 0 0,0-1 0 0 0,0 0 0 0 0,0 0 0 0 0,0 1 0 0 0,0-1 0 0 0,0 0 0 0 0,0 0 0 0 0,0 0 0 0 0,-1 0 0 0 0,1 0 0 0 0,-1-1 0 0 0,-1 1 0 0 0,1-1 0 0 0,-1 1 0 0 0,1-1 0 0 0,-1 1 0 0 0,0 0 0 0 0,1-1 0 0 0,-1 1 0 0 0,0 0 0 0 0,1 0 0 0 0,-1 0 0 0 0,1 0 0 0 0,-1 0 0 0 0,1 0 0 0 0,0 1 0 0 0,0-1 0 0 0,0 0 0 0 0,0 0 0 0 0,-1-1 0 0 0,1 1 0 0 0,-1-1 0 0 0,0 0 0 0 0,1 1 0 0 0,-1-1 0 0 0,1 0 0 0 0,0 0 0 0 0,0 0 0 0 0,0 0 0 0 0,1-1 0 0 0,-1 0 0 0 0,1 1 0 0 0,-1-1 0 0 0,1 0 0 0 0,-1 0 0 0 0,1 0 0 0 0,-1 0 0 0 0,1 0 0 0 0,-1 0 0 0 0,1 0 0 0 0,0 0 0 0 0,0 0 0 0 0,0 0 0 0 0,0 0 0 0 0,1 1 0 0 0,-1-1 0 0 0,0 0 0 0 0,0 1 0 0 0,0-1 0 0 0,0 1 0 0 0,0-1 0 0 0,-1 1 0 0 0,1-1 0 0 0,0 0 0 0 0,-1 1 0 0 0,1-1 0 0 0,0 0 0 0 0,0 0 0 0 0,1 1 0 0 0,0-1 0 0 0,0 0 0 0 0,0 0 0 0 0,0-1 0 0 0,0 1 0 0 0,0 0 0 0 0,0-1 0 0 0,0 1 0 0 0,0-1 0 0 0,0 1 0 0 0,0-1 0 0 0,-1 0 0 0 0,0 1 0 0 0,1-1 0 0 0,-1 0 0 0 0,0 1 0 0 0,1 0 0 0 0,0 0 0 0 0,0-1 0 0 0,1 1 0 0 0,-1 0 0 0 0,1 0 0 0 0,-1 0 0 0 0,0 0 0 0 0,0 0 0 0 0,0 0 0 0 0,-1 0 0 0 0,1 1 0 0 0,-1-1 0 0 0,0 0 0 0 0,0 0 0 0 0,0 1 0 0 0,0-1 0 0 0,-1 0 0 0 0,1 0 0 0 0,0 1 0 0 0,0-1 0 0 0,-1 0 0 0 0,1 0 0 0 0,0 0 0 0 0,0-1 0 0 0,0 1 0 0 0,0 0 0 0 0,0-1 0 0 0,-1 1 0 0 0,1 0 0 0 0,-1 0 0 0 0,0 0 0 0 0,0 0 0 0 0,0 0 0 0 0,0 0 0 0 0,0 0 0 0 0,0 0 0 0 0,0 0 0 0 0,0 0 0 0 0,0 0 0 0 0,1 0 0 0 0,-1 0 0 0 0,1 0 0 0 0,0 0 0 0 0,0 0 0 0 0,0 0 0 0 0,0 0 0 0 0,0 0 0 0 0,0 0 0 0 0,0 1 0 0 0,-1-1 0 0 0,-1 1 0 0 0,1-1 0 0 0,-1 1 0 0 0,0-1 0 0 0,0 0 0 0 0,0-1 0 0 0,0 1 0 0 0,0 0 0 0 0,0 1 0 0 0,0-1 0 0 0,0 0 0 0 0,1 0 0 0 0,-1 0 0 0 0,1 0 0 0 0,-1-1 0 0 0,1 1 0 0 0,0-1 0 0 0,0 1 0 0 0,1-1 0 0 0,-1 1 0 0 0,1-1 0 0 0,0 1 0 0 0,-1-1 0 0 0,0 1 0 0 0,0-1 0 0 0,0 0 0 0 0,0 0 0 0 0,-1-1 0 0 0,1 1 0 0 0,0-1 0 0 0,0 1 0 0 0,0-1 0 0 0,-1 0 0 0 0,1 0 0 0 0,0 0 0 0 0,0 0 0 0 0,0 1 0 0 0,0-1 0 0 0,0 0 0 0 0,1 0 0 0 0,-1 0 0 0 0,1 0 0 0 0,0 0 0 0 0,0 1 0 0 0,0-1 0 0 0,0 0 0 0 0,1 0 0 0 0,0-1 0 0 0,0 1 0 0 0,1-1 0 0 0,1 1 0 0 0,0-1 0 0 0,0-1 0 0 0,1 1 0 0 0,-1 0 0 0 0,1-1 0 0 0,-1 2 0 0 0,-1-1 0 0 0,0 1 0 0 0,0 1 0 0 0,-1-1 0 0 0,0 0 0 0 0,0 0 0 0 0,1 0 0 0 0,0-1 0 0 0,-1 0 0 0 0,1 1 0 0 0,0-1 0 0 0,-1 1 0 0 0,-1 0 0 0 0,1 0 0 0 0,-1 1 0 0 0,-1-1 0 0 0,1 0 0 0 0,0 0 0 0 0,-1 0 0 0 0,1 1 0 0 0,-1-1 0 0 0,-1 0 0 0 0,1 0 0 0 0,0 0 0 0 0,1 0 0 0 0,-1 0 0 0 0,1 0 0 0 0,-1 0 0 0 0,2 0 0 0 0,-1-1 0 0 0,1 0 0 0 0,0 0 0 0 0,1-1 0 0 0,0 0 0 0 0,1 0 0 0 0,0 0 0 0 0,0 0 0 0 0,0-1 0 0 0,0 1 0 0 0,0 1 0 0 0,-1-1 0 0 0,0 0 0 0 0,0 0 0 0 0,0 0 0 0 0,0 1 0 0 0,0-1 0 0 0,-1 1 0 0 0,0-1 0 0 0,1 1 0 0 0,0-1 0 0 0,0 0 0 0 0,0 1 0 0 0,-1-1 0 0 0,1 1 0 0 0,0-1 0 0 0,0 1 0 0 0,0 0 0 0 0,1 0 0 0 0,-2 1 0 0 0,1-1 0 0 0,-1 1 0 0 0,0 1 0 0 0,0 0 0 0 0,-1-1 0 0 0,1 1 0 0 0,-1 0 0 0 0,0-2 0 0 0,1 1 0 0 0,0 0 0 0 0,0 0 0 0 0,-1 0 0 0 0,-1 1 0 0 0,1 0 0 0 0,-1 0 0 0 0,0 1 0 0 0,0-1 0 0 0,-1 1 0 0 0,0 0 0 0 0,-1 1 0 0 0,0 0 0 0 0,-1 1 0 0 0,1 0 0 0 0,-1 0 0 0 0,1 0 0 0 0,0 1 0 0 0,0 0 0 0 0,0 1 0 0 0,0-1 0 0 0,0 2 0 0 0,0-1 0 0 0,0 1 0 0 0,1-1 0 0 0,-1 1 0 0 0,2 0 0 0 0,-1-1 0 0 0,0 1 0 0 0,1 1 0 0 0,0-1 0 0 0,0 0 0 0 0,1 0 0 0 0,-1 1 0 0 0,1 0 0 0 0,0 1 0 0 0,1-1 0 0 0,-1 0 0 0 0,1 0 0 0 0,0 0 0 0 0,0 0 0 0 0,1 0 0 0 0,-1 0 0 0 0,1 0 0 0 0,-1 0 0 0 0,-1-2 0 0 0,0 1 0 0 0,0-1 0 0 0,0 1 0 0 0,-1-1 0 0 0,1 1 0 0 0,-1-1 0 0 0,1 0 0 0 0,-1 1 0 0 0,0-1 0 0 0,0-1 0 0 0,-1 1 0 0 0,1-1 0 0 0,-1 0 0 0 0,0 0 0 0 0,1 1 0 0 0,-1-1 0 0 0,1 0 0 0 0,-1 1 0 0 0,0-1 0 0 0,1 1 0 0 0,-1-1 0 0 0,0 0 0 0 0,0 0 0 0 0,0 0 0 0 0,0 0 0 0 0,1 1 0 0 0,-1 0 0 0 0,1-1 0 0 0,-1 1 0 0 0,0 0 0 0 0,1-1 0 0 0,-1 1 0 0 0,0 0 0 0 0,0-1 0 0 0,0 1 0 0 0,0 0 0 0 0,1-1 0 0 0,-1 1 0 0 0,0 0 0 0 0,1 0 0 0 0,-1 0 0 0 0,-1 0 0 0 0,1 0 0 0 0,0-1 0 0 0,0 0 0 0 0,-1 0 0 0 0,1 0 0 0 0,0 0 0 0 0,0 0 0 0 0,0 0 0 0 0,0 0 0 0 0,0 0 0 0 0,0 0 0 0 0,1 1 0 0 0,-1-1 0 0 0,0 0 0 0 0,0-1 0 0 0,0 1 0 0 0,-1-1 0 0 0,1 1 0 0 0,0-1 0 0 0,-1 0 0 0 0,1 1 0 0 0,0-1 0 0 0,0 1 0 0 0,0 0 0 0 0,-1 0 0 0 0,1 0 0 0 0,0 0 0 0 0,0 0 0 0 0,-1-1 0 0 0,1 0 0 0 0,0-1 0 0 0,0 0 0 0 0,1-2 0 0 0,-1 1 0 0 0,1-2 0 0 0,0 0 0 0 0,1-1 0 0 0,0 0 0 0 0,-1-1 0 0 0,1 1 0 0 0,-1-1 0 0 0,1 1 0 0 0,-1 0 0 0 0,0-1 0 0 0,1 1 0 0 0,-2 0 0 0 0,1 0 0 0 0,-1 1 0 0 0,1 0 0 0 0,-1 0 0 0 0,0 0 0 0 0,0 0 0 0 0,0 0 0 0 0,0 0 0 0 0,0 0 0 0 0,0 1 0 0 0,-1-1 0 0 0,1-1 0 0 0,0 0 0 0 0,1 0 0 0 0,-1 0 0 0 0,1-1 0 0 0,-1 1 0 0 0,1-1 0 0 0,0 0 0 0 0,0 0 0 0 0,1 0 0 0 0,0-1 0 0 0,0 1 0 0 0,0 0 0 0 0,1-1 0 0 0,-1 1 0 0 0,1 0 0 0 0,0 0 0 0 0,-1 1 0 0 0,1-1 0 0 0,-1 1 0 0 0,0 0 0 0 0,0 1 0 0 0,0 0 0 0 0,-1-1 0 0 0,1 1 0 0 0,-1-1 0 0 0,1 0 0 0 0,1-1 0 0 0,-1 1 0 0 0,1 0 0 0 0,-1-1 0 0 0,1 1 0 0 0,0-1 0 0 0,-1 0 0 0 0,1-1 0 0 0,1 1 0 0 0,0-2 0 0 0,0 1 0 0 0,0 0 0 0 0,0 0 0 0 0,1 0 0 0 0,0-1 0 0 0,0 0 0 0 0,1 0 0 0 0,0-1 0 0 0,0 0 0 0 0,0 1 0 0 0,-1 1 0 0 0,-1 0 0 0 0,-1 1 0 0 0,-1 0 0 0 0,1 1 0 0 0,-1 0 0 0 0,0 0 0 0 0,0 0 0 0 0,0 0 0 0 0,0 0 0 0 0,0 0 0 0 0,1 0 0 0 0,-2 1 0 0 0,1 0 0 0 0,0 0 0 0 0,-1 1 0 0 0,0 0 0 0 0,-1 1 0 0 0,0-1 0 0 0,1 1 0 0 0,-1 0 0 0 0,0 0 0 0 0,0-1 0 0 0,0 1 0 0 0,1-1 0 0 0,0 0 0 0 0,0 0 0 0 0,0 0 0 0 0,0 1 0 0 0,1 0 0 0 0,0 0 0 0 0,2 1 0 0 0,2-1 0 0 0,0 1 0 0 0,2-1 0 0 0,-1 0 0 0 0,0 1 0 0 0,-1-1 0 0 0,-1 1 0 0 0,-1-1 0 0 0,-1 1 0 0 0,0-1 0 0 0,0 0 0 0 0,0 1 0 0 0,-1-1 0 0 0,0 1 0 0 0,0-1 0 0 0,0 1 0 0 0,0-1 0 0 0,0 0 0 0 0,1 1 0 0 0,-1-1 0 0 0,0 0 0 0 0,0 1 0 0 0,0 0 0 0 0,0-1 0 0 0,0 1 0 0 0,0 0 0 0 0,-1-1 0 0 0,1 0 0 0 0,-1 1 0 0 0,1-1 0 0 0,-1 1 0 0 0,0-1 0 0 0,0 1 0 0 0,0-2 0 0 0,1 0 0 0 0,2-2 0 0 0,1 0 0 0 0,1-1 0 0 0,1-1 0 0 0,0 0 0 0 0,1-1 0 0 0,-1 1 0 0 0,1-1 0 0 0,-1 0 0 0 0,0 0 0 0 0,-1 0 0 0 0,1 0 0 0 0,-1 1 0 0 0,-1-1 0 0 0,0 1 0 0 0,0 0 0 0 0,0 0 0 0 0,-1 1 0 0 0,1 0 0 0 0,-1 0 0 0 0,0 1 0 0 0,0 0 0 0 0,1 0 0 0 0,-1 0 0 0 0,1 0 0 0 0,0 0 0 0 0,-1 0 0 0 0,1 0 0 0 0,0-1 0 0 0,-1 1 0 0 0,2-1 0 0 0,-1 0 0 0 0,0-1 0 0 0,0 1 0 0 0,0 1 0 0 0,0-1 0 0 0,0 1 0 0 0,-1 0 0 0 0,0 1 0 0 0,1 0 0 0 0,-1-1 0 0 0,2 0 0 0 0,-1 0 0 0 0,1 0 0 0 0,0-1 0 0 0,-1 0 0 0 0,1 0 0 0 0,0 0 0 0 0,-1 0 0 0 0,0 1 0 0 0,0 0 0 0 0,-1 1 0 0 0,0-1 0 0 0,0 1 0 0 0,0-1 0 0 0,0 0 0 0 0,0 0 0 0 0,-1 1 0 0 0,1 0 0 0 0,-2 0 0 0 0,0 1 0 0 0,0-1 0 0 0,-1 1 0 0 0,0 0 0 0 0,0 0 0 0 0,0 0 0 0 0,0 0 0 0 0,0-1 0 0 0,0 0 0 0 0,0 0 0 0 0,0 0 0 0 0,0 1 0 0 0,0 0 0 0 0,0 0 0 0 0,-1 1 0 0 0,1-1 0 0 0,1-1 0 0 0,-1 0 0 0 0,1 0 0 0 0,-1 0 0 0 0,2 0 0 0 0,-1 0 0 0 0,0 0 0 0 0,0 1 0 0 0,-1 1 0 0 0,-1 0 0 0 0,1 2 0 0 0,-2 0 0 0 0,0 0 0 0 0,1 1 0 0 0,0 0 0 0 0,1-1 0 0 0,1 1 0 0 0,2-1 0 0 0,2-1 0 0 0,2 1 0 0 0,2-1 0 0 0,0 0 0 0 0,-1 0 0 0 0,0 0 0 0 0,-2 0 0 0 0,-2 0 0 0 0,0 0 0 0 0,0 0 0 0 0,0-1 0 0 0,1-1 0 0 0,0 0 0 0 0,0-1 0 0 0,0 1 0 0 0,-1 0 0 0 0,1-1 0 0 0,-1 1 0 0 0,1-1 0 0 0,-1 0 0 0 0,1 0 0 0 0,0 1 0 0 0,-1-1 0 0 0,-1 1 0 0 0,0 0 0 0 0,-1 1 0 0 0,0-1 0 0 0,0 1 0 0 0,-1 0 0 0 0,0 0 0 0 0,0 1 0 0 0,-1 0 0 0 0,0 0 0 0 0,0 0 0 0 0,0-1 0 0 0,0 1 0 0 0,-1 0 0 0 0,1 0 0 0 0,0-1 0 0 0,0 1 0 0 0,-1-1 0 0 0,1 1 0 0 0,-1-1 0 0 0,1 1 0 0 0,-1 0 0 0 0,1-1 0 0 0,0 1 0 0 0,0-1 0 0 0,0 1 0 0 0,-1 0 0 0 0,1-1 0 0 0,0 1 0 0 0,-1 0 0 0 0,1 0 0 0 0,0 0 0 0 0,-1 0 0 0 0,1 0 0 0 0,-1 0 0 0 0,1-1 0 0 0,-1 1 0 0 0,1-1 0 0 0,-1 1 0 0 0,1-1 0 0 0,0 0 0 0 0,-1 1 0 0 0,1-1 0 0 0,0 1 0 0 0,-1-1 0 0 0,0 0 0 0 0,1-1 0 0 0,-1-1 0 0 0,1-1 0 0 0,1-1 0 0 0,0 0 0 0 0,-1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04"/>
    </inkml:context>
    <inkml:brush xml:id="br0">
      <inkml:brushProperty name="width" value="0.05" units="cm"/>
      <inkml:brushProperty name="height" value="0.05" units="cm"/>
      <inkml:brushProperty name="color" value="#E71224"/>
    </inkml:brush>
  </inkml:definitions>
  <inkml:trace contextRef="#ctx0" brushRef="#br0">17649 5290 16383 0 0,'0'0'0'0'0,"1"0"0"0"0,0 0 0 0 0,2-1 0 0 0,1 0 0 0 0,0 0 0 0 0,1-1 0 0 0,-1 0 0 0 0,0 1 0 0 0,1-1 0 0 0,-1 1 0 0 0,-1-1 0 0 0,1 1 0 0 0,-1 0 0 0 0,1-1 0 0 0,-1 0 0 0 0,-1 0 0 0 0,1 0 0 0 0,-1-1 0 0 0,0 1 0 0 0,0-1 0 0 0,0 1 0 0 0,-1-1 0 0 0,1 0 0 0 0,0 0 0 0 0,-1 0 0 0 0,0 0 0 0 0,1 0 0 0 0,-1 0 0 0 0,1 0 0 0 0,0 1 0 0 0,-1-2 0 0 0,1 1 0 0 0,1 0 0 0 0,-1-1 0 0 0,1 1 0 0 0,-1-1 0 0 0,1 0 0 0 0,0 1 0 0 0,0-1 0 0 0,1-1 0 0 0,1 0 0 0 0,1 1 0 0 0,-1-1 0 0 0,-1 0 0 0 0,1 2 0 0 0,-1-1 0 0 0,0 1 0 0 0,-1 0 0 0 0,1 0 0 0 0,-1 0 0 0 0,1 0 0 0 0,-2 1 0 0 0,1 0 0 0 0,-1 0 0 0 0,1 2 0 0 0,0-1 0 0 0,0 1 0 0 0,1 0 0 0 0,1-1 0 0 0,1-1 0 0 0,-1 0 0 0 0,1 0 0 0 0,0-1 0 0 0,0 0 0 0 0,0 0 0 0 0,-1 1 0 0 0,1 0 0 0 0,0-1 0 0 0,-1 1 0 0 0,0 1 0 0 0,-1-1 0 0 0,0 1 0 0 0,0-1 0 0 0,0 1 0 0 0,-1-1 0 0 0,1 0 0 0 0,-1 1 0 0 0,0-1 0 0 0,0 0 0 0 0,0 1 0 0 0,0 0 0 0 0,-1-1 0 0 0,0 2 0 0 0,-1-1 0 0 0,1 0 0 0 0,-1 1 0 0 0,0-1 0 0 0,0 0 0 0 0,0 1 0 0 0,-1-1 0 0 0,1 0 0 0 0,1 0 0 0 0,-1 0 0 0 0,0 0 0 0 0,0 0 0 0 0,1 0 0 0 0,-1-1 0 0 0,0 1 0 0 0,-1-1 0 0 0,1 0 0 0 0,-1-1 0 0 0,1-2 0 0 0,2-3 0 0 0,1-1 0 0 0,2-2 0 0 0,0-1 0 0 0,0 1 0 0 0,0-1 0 0 0,-1 2 0 0 0,0 1 0 0 0,-1 1 0 0 0,0 0 0 0 0,-1 1 0 0 0,0-1 0 0 0,-1-1 0 0 0,1 1 0 0 0,0-2 0 0 0,1 0 0 0 0,0-1 0 0 0,0 0 0 0 0,1 0 0 0 0,-1 1 0 0 0,0 1 0 0 0,-1 1 0 0 0,0 1 0 0 0,-1 1 0 0 0,0 1 0 0 0,-1 0 0 0 0,1-1 0 0 0,0-1 0 0 0,-1 0 0 0 0,2-1 0 0 0,0-1 0 0 0,0-1 0 0 0,0-1 0 0 0,1 0 0 0 0,0-1 0 0 0,1 0 0 0 0,0-1 0 0 0,1 0 0 0 0,0 0 0 0 0,0 1 0 0 0,0 1 0 0 0,-2 2 0 0 0,-1 2 0 0 0,0 2 0 0 0,-1 0 0 0 0,0 1 0 0 0,-1 1 0 0 0,0 0 0 0 0,0 0 0 0 0,1 1 0 0 0,-1 0 0 0 0,0-1 0 0 0,0 1 0 0 0,-1 0 0 0 0,1 0 0 0 0,-1 0 0 0 0,0 0 0 0 0,0 0 0 0 0,0 0 0 0 0,0-1 0 0 0,1 1 0 0 0,-1-1 0 0 0,0-1 0 0 0,0 1 0 0 0,1-1 0 0 0,-1 0 0 0 0,1 1 0 0 0,-1 1 0 0 0,1 0 0 0 0,0 0 0 0 0,0 1 0 0 0,3-3 0 0 0,2-1 0 0 0,2-2 0 0 0,0-1 0 0 0,1 0 0 0 0,-2 1 0 0 0,0 0 0 0 0,0 1 0 0 0,-1 0 0 0 0,1-1 0 0 0,1 1 0 0 0,-1 0 0 0 0,-1 1 0 0 0,-1 2 0 0 0,-2 1 0 0 0,-1 1 0 0 0,-2 0 0 0 0,0 1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05"/>
    </inkml:context>
    <inkml:brush xml:id="br0">
      <inkml:brushProperty name="width" value="0.05" units="cm"/>
      <inkml:brushProperty name="height" value="0.05" units="cm"/>
      <inkml:brushProperty name="color" value="#E71224"/>
    </inkml:brush>
  </inkml:definitions>
  <inkml:trace contextRef="#ctx0" brushRef="#br0">19961 3415 16383 0 0,'0'0'0'0'0,"0"-1"0"0"0,1 0 0 0 0,-1-1 0 0 0,1-1 0 0 0,1-2 0 0 0,0-1 0 0 0,1-1 0 0 0,1-1 0 0 0,0 0 0 0 0,-1 1 0 0 0,0 0 0 0 0,0 0 0 0 0,0 1 0 0 0,-1 0 0 0 0,1 0 0 0 0,1-1 0 0 0,-1-1 0 0 0,1 0 0 0 0,0 0 0 0 0,0 0 0 0 0,0 0 0 0 0,1 1 0 0 0,-2 1 0 0 0,1 1 0 0 0,-2 0 0 0 0,1 1 0 0 0,-1 0 0 0 0,0 0 0 0 0,0-1 0 0 0,1-1 0 0 0,-1-1 0 0 0,1-2 0 0 0,1 0 0 0 0,0-1 0 0 0,-1 1 0 0 0,1 0 0 0 0,-1 2 0 0 0,-1 0 0 0 0,1 1 0 0 0,-1 0 0 0 0,0 1 0 0 0,0 1 0 0 0,0 0 0 0 0,0 0 0 0 0,0 1 0 0 0,-1 0 0 0 0,1 0 0 0 0,0 0 0 0 0,-1 1 0 0 0,1-1 0 0 0,-1 0 0 0 0,0 1 0 0 0,1-1 0 0 0,-1 1 0 0 0,0 1 0 0 0,0-1 0 0 0,0 1 0 0 0,0-1 0 0 0,0 1 0 0 0,1-1 0 0 0,-1-1 0 0 0,0 1 0 0 0,0 0 0 0 0,1 0 0 0 0,-1 0 0 0 0,0 0 0 0 0,0 0 0 0 0,0 0 0 0 0,0 1 0 0 0,0-1 0 0 0,0 2 0 0 0,0 0 0 0 0,-1 1 0 0 0,1 0 0 0 0,0 1 0 0 0,0 1 0 0 0,0 0 0 0 0,1 0 0 0 0,0-1 0 0 0,0 1 0 0 0,0 0 0 0 0,0 0 0 0 0,1-1 0 0 0,-1 1 0 0 0,1 1 0 0 0,0-1 0 0 0,0 0 0 0 0,0 1 0 0 0,1 0 0 0 0,-1-1 0 0 0,1 1 0 0 0,-1-1 0 0 0,1 1 0 0 0,-2-1 0 0 0,1-1 0 0 0,-1 1 0 0 0,0-1 0 0 0,0 0 0 0 0,0 0 0 0 0,0 1 0 0 0,0-1 0 0 0,0 1 0 0 0,0-1 0 0 0,0 0 0 0 0,0 0 0 0 0,0 1 0 0 0,0-1 0 0 0,0 0 0 0 0,0 0 0 0 0,0 0 0 0 0,0 0 0 0 0,0 0 0 0 0,0-1 0 0 0,0 1 0 0 0,0 0 0 0 0,0 0 0 0 0,-1-1 0 0 0,0 1 0 0 0,1 0 0 0 0,-1-1 0 0 0,0 1 0 0 0,0-1 0 0 0,0 1 0 0 0,1 0 0 0 0,-1 0 0 0 0,0 0 0 0 0,1-1 0 0 0,-1 1 0 0 0,-1-1 0 0 0,1 0 0 0 0,0 0 0 0 0,0 0 0 0 0,-1 0 0 0 0,1 0 0 0 0,-1 0 0 0 0,1 0 0 0 0,-1 0 0 0 0,1 0 0 0 0,-1 0 0 0 0,1 0 0 0 0,0 0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06"/>
    </inkml:context>
    <inkml:brush xml:id="br0">
      <inkml:brushProperty name="width" value="0.05" units="cm"/>
      <inkml:brushProperty name="height" value="0.05" units="cm"/>
      <inkml:brushProperty name="color" value="#E71224"/>
    </inkml:brush>
  </inkml:definitions>
  <inkml:trace contextRef="#ctx0" brushRef="#br0">21048 1179 16383 0 0,'0'0'0'0'0,"0"-1"0"0"0,0 0 0 0 0,0-1 0 0 0,0-1 0 0 0,0 0 0 0 0,0 0 0 0 0,0 0 0 0 0,0 0 0 0 0,0-1 0 0 0,0 1 0 0 0,0 0 0 0 0,0 0 0 0 0,0 0 0 0 0,0 0 0 0 0,0-1 0 0 0,1 1 0 0 0,-1-2 0 0 0,1 1 0 0 0,0 0 0 0 0,0 0 0 0 0,0 0 0 0 0,0 1 0 0 0,0 0 0 0 0,0 0 0 0 0,0 0 0 0 0,0 1 0 0 0,0-1 0 0 0,0 0 0 0 0,0 0 0 0 0,0 0 0 0 0,0-1 0 0 0,0 1 0 0 0,0-1 0 0 0,0 1 0 0 0,0-1 0 0 0,0 0 0 0 0,1-1 0 0 0,-1 0 0 0 0,1 0 0 0 0,0-1 0 0 0,0 1 0 0 0,-1-1 0 0 0,1 1 0 0 0,-1 1 0 0 0,0-1 0 0 0,0 1 0 0 0,0-1 0 0 0,0 0 0 0 0,0 0 0 0 0,-1 0 0 0 0,1 0 0 0 0,0 0 0 0 0,-1 1 0 0 0,1 0 0 0 0,-1 0 0 0 0,0 0 0 0 0,1 1 0 0 0,-1-1 0 0 0,0 0 0 0 0,0 0 0 0 0,1 0 0 0 0,-1-1 0 0 0,0 0 0 0 0,0 0 0 0 0,1-1 0 0 0,-1 1 0 0 0,0-1 0 0 0,1 1 0 0 0,0-1 0 0 0,0 0 0 0 0,0-1 0 0 0,1 0 0 0 0,-1 1 0 0 0,0 0 0 0 0,1 0 0 0 0,-1 1 0 0 0,0 0 0 0 0,0 0 0 0 0,1 0 0 0 0,-1 0 0 0 0,0 0 0 0 0,0 1 0 0 0,0-1 0 0 0,1 0 0 0 0,-1 0 0 0 0,1-2 0 0 0,-1 0 0 0 0,1-1 0 0 0,0 0 0 0 0,-1-1 0 0 0,1 1 0 0 0,-1 0 0 0 0,0 1 0 0 0,0 2 0 0 0,0-1 0 0 0,-1 1 0 0 0,1 1 0 0 0,-1-1 0 0 0,1 0 0 0 0,-1-1 0 0 0,1 0 0 0 0,0 0 0 0 0,0 0 0 0 0,0 0 0 0 0,0-1 0 0 0,1 0 0 0 0,-1-1 0 0 0,1 1 0 0 0,-1-1 0 0 0,0 2 0 0 0,0 1 0 0 0,0 0 0 0 0,0 1 0 0 0,0 0 0 0 0,-1 1 0 0 0,1-1 0 0 0,-1 1 0 0 0,1 0 0 0 0,-1 0 0 0 0,0-1 0 0 0,1 0 0 0 0,-1 0 0 0 0,1-1 0 0 0,0 1 0 0 0,-1-1 0 0 0,1 1 0 0 0,0-1 0 0 0,1 0 0 0 0,-1 1 0 0 0,0-1 0 0 0,0 1 0 0 0,1-1 0 0 0,0 0 0 0 0,-1 0 0 0 0,1-1 0 0 0,0 0 0 0 0,-1 1 0 0 0,0-1 0 0 0,1 1 0 0 0,-1-1 0 0 0,0 0 0 0 0,0-1 0 0 0,0 1 0 0 0,0 1 0 0 0,0 0 0 0 0,0 1 0 0 0,0-1 0 0 0,0 1 0 0 0,0 0 0 0 0,-1 0 0 0 0,1 1 0 0 0,0-1 0 0 0,0-1 0 0 0,-1 1 0 0 0,1-1 0 0 0,0 1 0 0 0,-1-1 0 0 0,1 1 0 0 0,0 0 0 0 0,0 0 0 0 0,0 0 0 0 0,1-2 0 0 0,-1 0 0 0 0,1-1 0 0 0,0 1 0 0 0,-1 0 0 0 0,0 2 0 0 0,0-1 0 0 0,-1 2 0 0 0,1-1 0 0 0,-1 1 0 0 0,1 1 0 0 0,-1-1 0 0 0,1 1 0 0 0,0-1 0 0 0,0-1 0 0 0,0-1 0 0 0,-1 1 0 0 0,1 0 0 0 0,0 0 0 0 0,0 1 0 0 0,-1 1 0 0 0,1 0 0 0 0,0 1 0 0 0,0-1 0 0 0,0 1 0 0 0,0 1 0 0 0,0-1 0 0 0,1 1 0 0 0,0 0 0 0 0,0 0 0 0 0,1 0 0 0 0,0 1 0 0 0,0 0 0 0 0,-1 0 0 0 0,1 0 0 0 0,0 1 0 0 0,0-1 0 0 0,0 1 0 0 0,0-1 0 0 0,1 0 0 0 0,0 0 0 0 0,-1 0 0 0 0,1 1 0 0 0,-1-1 0 0 0,1 1 0 0 0,0 0 0 0 0,-1 0 0 0 0,1 0 0 0 0,-1 0 0 0 0,1 0 0 0 0,-1 0 0 0 0,0-1 0 0 0,0 1 0 0 0,0-1 0 0 0,-1 0 0 0 0,1 0 0 0 0,-1 0 0 0 0,1 0 0 0 0,-1 0 0 0 0,0 0 0 0 0,1 1 0 0 0,0-1 0 0 0,0 0 0 0 0,0 1 0 0 0,-1-1 0 0 0,1-1 0 0 0,-1 1 0 0 0,0 0 0 0 0,0 0 0 0 0,0-1 0 0 0,0 1 0 0 0,0 0 0 0 0,0-1 0 0 0,-1 1 0 0 0,1-1 0 0 0,-1 1 0 0 0,0-1 0 0 0,1 1 0 0 0,-1-1 0 0 0,0 1 0 0 0,0 0 0 0 0,-2 0-16383 0 0,-1-1 16383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17"/>
    </inkml:context>
    <inkml:brush xml:id="br0">
      <inkml:brushProperty name="width" value="0.05" units="cm"/>
      <inkml:brushProperty name="height" value="0.05" units="cm"/>
      <inkml:brushProperty name="color" value="#E71224"/>
    </inkml:brush>
  </inkml:definitions>
  <inkml:trace contextRef="#ctx0" brushRef="#br0">6944 6274 16383 0 0,'1'0'0'0'0,"0"0"0"0"0,0 0 0 0 0,3 0 0 0 0,-1 0 0 0 0,2 0 0 0 0,0 1 0 0 0,1-1 0 0 0,0 2 0 0 0,1-1 0 0 0,1 2 0 0 0,-1-1 0 0 0,0 0 0 0 0,0 0 0 0 0,0 0 0 0 0,-1 0 0 0 0,-1-1 0 0 0,0 0 0 0 0,-1 1 0 0 0,0 0 0 0 0,-2-1 0 0 0,1 0 0 0 0,-1 0 0 0 0,0 0 0 0 0,1 0 0 0 0,-1 0 0 0 0,1 0 0 0 0,-1 1 0 0 0,1-1 0 0 0,1 1 0 0 0,-1-1 0 0 0,0 1 0 0 0,0 0 0 0 0,0-1 0 0 0,0 0 0 0 0,1 1 0 0 0,-1 0 0 0 0,1 0 0 0 0,0-1 0 0 0,0 1 0 0 0,-1-1 0 0 0,0 1 0 0 0,0-1 0 0 0,0 0 0 0 0,0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18"/>
    </inkml:context>
    <inkml:brush xml:id="br0">
      <inkml:brushProperty name="width" value="0.05" units="cm"/>
      <inkml:brushProperty name="height" value="0.05" units="cm"/>
      <inkml:brushProperty name="color" value="#E71224"/>
    </inkml:brush>
  </inkml:definitions>
  <inkml:trace contextRef="#ctx0" brushRef="#br0">7392 6442 16383 0 0,'1'0'0'0'0,"-1"0"0"0"0,1 1 0 0 0,-1 1 0 0 0,0 1 0 0 0,1 1 0 0 0,-1 0 0 0 0,0 1 0 0 0,0-1 0 0 0,0 0 0 0 0,1 0 0 0 0,0 0 0 0 0,0 0 0 0 0,1 0 0 0 0,-1 1 0 0 0,1-1 0 0 0,0 1 0 0 0,0-1 0 0 0,0 0 0 0 0,-1 0 0 0 0,1-1 0 0 0,-1 0 0 0 0,1 0 0 0 0,-1-1 0 0 0,0 0 0 0 0,0 0 0 0 0,0 0 0 0 0,-1 0 0 0 0,1 0 0 0 0,0 1 0 0 0,0 0 0 0 0,0-1 0 0 0,-1 1 0 0 0,1 1 0 0 0,-1-1 0 0 0,0 0 0 0 0,1 1 0 0 0,-1 0 0 0 0,1-1 0 0 0,-1 1 0 0 0,0 0 0 0 0,1 0 0 0 0,-1 0 0 0 0,1 1 0 0 0,0 0 0 0 0,0 0 0 0 0,0 1 0 0 0,0-2 0 0 0,0 1 0 0 0,1-1 0 0 0,-1-1 0 0 0,1 1 0 0 0,-1-1 0 0 0,0 0 0 0 0,1 0 0 0 0,-1 1 0 0 0,0-1 0 0 0,0 0 0 0 0,1 1 0 0 0,-1 0 0 0 0,0 0 0 0 0,0 0 0 0 0,0 1 0 0 0,-1-1 0 0 0,1 0 0 0 0,0 0 0 0 0,0 0 0 0 0,0 0 0 0 0,0-1 0 0 0,0 1 0 0 0,0-1 0 0 0,0 1 0 0 0,0 0 0 0 0,0 0 0 0 0,1 1 0 0 0,-1 1 0 0 0,0-1 0 0 0,0 0 0 0 0,0 1 0 0 0,0-1 0 0 0,0 0 0 0 0,0 0 0 0 0,0 0 0 0 0,0-1 0 0 0,0 1 0 0 0,0 0 0 0 0,0 0 0 0 0,0 1 0 0 0,0-1 0 0 0,0 0 0 0 0,0 0 0 0 0,0-1 0 0 0,0 0 0 0 0,0 0 0 0 0,0-1 0 0 0,0 0 0 0 0,0 0 0 0 0,0 1 0 0 0,0-1 0 0 0,0 0 0 0 0,0 0 0 0 0,0 0 0 0 0,0 0 0 0 0,1 0 0 0 0,-1 0 0 0 0,0 0 0 0 0,0 0 0 0 0,0-1 0 0 0,0 1 0 0 0,1 0 0 0 0,-1 1 0 0 0,0 0 0 0 0,1 0 0 0 0,-1 1 0 0 0,1 0 0 0 0,0 0 0 0 0,0 0 0 0 0,0 0 0 0 0,0 0 0 0 0,-1-2 0 0 0,1 1 0 0 0,-1-1 0 0 0,0 0 0 0 0,1-1 0 0 0,-1 1 0 0 0,0 0 0 0 0,1 0 0 0 0,-1 0 0 0 0,0 1 0 0 0,0 0 0 0 0,1 1 0 0 0,-1-1 0 0 0,0 0 0 0 0,0 0 0 0 0,0-1 0 0 0,0 1 0 0 0,-1-1 0 0 0,1 1 0 0 0,-1-1 0 0 0,1 0 0 0 0,0 0 0 0 0,0 0 0 0 0,0 0 0 0 0,-1 0 0 0 0,1 0 0 0 0,0 0 0 0 0,0 0 0 0 0,-1 1 0 0 0,1 0 0 0 0,0 1 0 0 0,0 0 0 0 0,0 0 0 0 0,0 0 0 0 0,0 0 0 0 0,-1 0 0 0 0,1-1 0 0 0,0 0 0 0 0,0-1 0 0 0,-1-1 0 0 0,1 1 0 0 0,0 0 0 0 0,1 0 0 0 0,-1 0 0 0 0,0 0 0 0 0,0-1 0 0 0,0 0 0 0 0,0 0 0 0 0,0-1 0 0 0,0 0 0 0 0,0 1 0 0 0,0-1 0 0 0,0 1 0 0 0,0 0 0 0 0,0 0 0 0 0,-1 0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19"/>
    </inkml:context>
    <inkml:brush xml:id="br0">
      <inkml:brushProperty name="width" value="0.05" units="cm"/>
      <inkml:brushProperty name="height" value="0.05" units="cm"/>
      <inkml:brushProperty name="color" value="#E71224"/>
    </inkml:brush>
  </inkml:definitions>
  <inkml:trace contextRef="#ctx0" brushRef="#br0">7845 8879 16383 0 0,'0'0'0'0'0,"0"-1"0"0"0,0 0 0 0 0,0-1 0 0 0,1 0 0 0 0,0-2 0 0 0,0 1 0 0 0,0-1 0 0 0,0 0 0 0 0,0 0 0 0 0,0 0 0 0 0,0 0 0 0 0,-1-1 0 0 0,1 1 0 0 0,0-1 0 0 0,-1 0 0 0 0,1 0 0 0 0,0-1 0 0 0,0 1 0 0 0,0 1 0 0 0,1-1 0 0 0,-1 0 0 0 0,0 1 0 0 0,1-1 0 0 0,-1 1 0 0 0,1-2 0 0 0,0 0 0 0 0,0-2 0 0 0,1-1 0 0 0,0 0 0 0 0,0 0 0 0 0,-1 1 0 0 0,0 1 0 0 0,-1 2 0 0 0,-1 1 0 0 0,0 0 0 0 0,1 1 0 0 0,-2 0 0 0 0,1-2 0 0 0,0-2 0 0 0,1-1 0 0 0,0-1 0 0 0,1-1 0 0 0,0 2 0 0 0,-1 0 0 0 0,0 1 0 0 0,1 1 0 0 0,0-1 0 0 0,-1 0 0 0 0,1 0 0 0 0,0 0 0 0 0,-1 1 0 0 0,1 0 0 0 0,-1 0 0 0 0,0 1 0 0 0,0-2 0 0 0,0-1 0 0 0,0-2 0 0 0,2-3 0 0 0,0-2 0 0 0,0 0 0 0 0,0 2 0 0 0,0 2 0 0 0,-1 3 0 0 0,0 3 0 0 0,0 2 0 0 0,-1 0 0 0 0,0 2 0 0 0,0 0 0 0 0,-1 0 0 0 0,1-1 0 0 0,0-2 0 0 0,0-1 0 0 0,1-2 0 0 0,0-1 0 0 0,0 1 0 0 0,0 0 0 0 0,0 1 0 0 0,0-1 0 0 0,0-1 0 0 0,1-1 0 0 0,1 0 0 0 0,-1 1 0 0 0,-1 1 0 0 0,0 1 0 0 0,-1 1 0 0 0,-1 1 0 0 0,1 1 0 0 0,0-2 0 0 0,0-2 0 0 0,1-2 0 0 0,0 1 0 0 0,0 1 0 0 0,0 0 0 0 0,-1 2 0 0 0,1-1 0 0 0,0-1 0 0 0,1-2 0 0 0,-1 1 0 0 0,1-1 0 0 0,-1 3 0 0 0,0 0 0 0 0,-1 1 0 0 0,0 2 0 0 0,-1 0 0 0 0,0 0 0 0 0,1 2 0 0 0,0 0 0 0 0,1 0 0 0 0,0 1 0 0 0,1 0 0 0 0,-1 0 0 0 0,1 0 0 0 0,0 0 0 0 0,0 0 0 0 0,0 0 0 0 0,0 0 0 0 0,0 0 0 0 0,1 0 0 0 0,-1 0 0 0 0,1-1 0 0 0,-1 0 0 0 0,1 0 0 0 0,-1 0 0 0 0,0 0 0 0 0,0 0 0 0 0,0 0 0 0 0,0 0 0 0 0,0 0 0 0 0,-1 0 0 0 0,0 0 0 0 0,1-1 0 0 0,-1 1 0 0 0,1-1 0 0 0,-1 0 0 0 0,1 0 0 0 0,0 0 0 0 0,1 0 0 0 0,-1-1 0 0 0,1 1 0 0 0,0 0 0 0 0,-1-1 0 0 0,1 1 0 0 0,0 0 0 0 0,-1-1 0 0 0,1 1 0 0 0,-1 0 0 0 0,-1-1 0 0 0,0 1 0 0 0,0 0 0 0 0,0 1 0 0 0,0 0 0 0 0,0 0 0 0 0,0 0 0 0 0,0 0 0 0 0,1 0 0 0 0,-1 0 0 0 0,0 1 0 0 0,1-1 0 0 0,-1 0 0 0 0,1-1 0 0 0,0 1 0 0 0,0-1 0 0 0,0 1 0 0 0,0-1 0 0 0,-1 1 0 0 0,0-1 0 0 0,0 1 0 0 0,-1 0 0 0 0,1 0 0 0 0,-1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20"/>
    </inkml:context>
    <inkml:brush xml:id="br0">
      <inkml:brushProperty name="width" value="0.05" units="cm"/>
      <inkml:brushProperty name="height" value="0.05" units="cm"/>
      <inkml:brushProperty name="color" value="#E71224"/>
    </inkml:brush>
  </inkml:definitions>
  <inkml:trace contextRef="#ctx0" brushRef="#br0">8595 2632 16383 0 0,'0'0'0'0'0,"1"0"0"0"0,3 0 0 0 0,2 0 0 0 0,4 0 0 0 0,2 0 0 0 0,1 0 0 0 0,-1 1 0 0 0,0-1 0 0 0,-2 1 0 0 0,-2 0 0 0 0,0-1 0 0 0,-2 1 0 0 0,1 0 0 0 0,-1 0 0 0 0,1 0 0 0 0,-1 0 0 0 0,0 0 0 0 0,-1 0 0 0 0,0 0 0 0 0,-1-1 0 0 0,-1 1 0 0 0,0-1 0 0 0,1 0 0 0 0,-1 0 0 0 0,1 0 0 0 0,1 0 0 0 0,-1 0 0 0 0,1 0 0 0 0,-1 0 0 0 0,0 0 0 0 0,1 0 0 0 0,-2 0 0 0 0,1 0 0 0 0,0 0 0 0 0,1 0 0 0 0,0 0 0 0 0,1 0 0 0 0,0 0 0 0 0,0 0 0 0 0,0 0 0 0 0,0 0 0 0 0,0 0 0 0 0,0 0 0 0 0,0 0 0 0 0,-1 0 0 0 0,1 0 0 0 0,-1 0 0 0 0,0 0 0 0 0,-1 0 0 0 0,1 0 0 0 0,-1 0 0 0 0,1 0 0 0 0,0 0 0 0 0,0 0 0 0 0,0 0 0 0 0,0 0 0 0 0,0 0 0 0 0,0 0 0 0 0,0 0 0 0 0,0 0 0 0 0,0 0 0 0 0,0 0 0 0 0,0 0 0 0 0,0 0 0 0 0,0 0 0 0 0,0 0 0 0 0,0 0 0 0 0,0 0 0 0 0,0 0 0 0 0,1 0 0 0 0,0 0 0 0 0,0 0 0 0 0,0 0 0 0 0,0 0 0 0 0,-1 0 0 0 0,0 0 0 0 0,0 0 0 0 0,0 0 0 0 0,1 0 0 0 0,-1 0 0 0 0,1 0 0 0 0,-1 0 0 0 0,0 0 0 0 0,-1 0 0 0 0,0-1 0 0 0,0 1 0 0 0,-1 0 0 0 0,-1-1 0 0 0,0 1 0 0 0,0 0 0 0 0,0 0 0 0 0,-1 0 0 0 0,1 0 0 0 0,0 0 0 0 0,1 0 0 0 0,0 0 0 0 0,0 0 0 0 0,1 0 0 0 0,-1 0 0 0 0,0-1 0 0 0,0 1 0 0 0,-1 0 0 0 0,1-1 0 0 0,-1 1 0 0 0,0 0 0 0 0,0 0 0 0 0,0 0 0 0 0,0 0 0 0 0,0 0 0 0 0,0 0 0 0 0,1 0 0 0 0,0 0 0 0 0,1 0 0 0 0,-1 0 0 0 0,-1 0 0 0 0,0 0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21"/>
    </inkml:context>
    <inkml:brush xml:id="br0">
      <inkml:brushProperty name="width" value="0.05" units="cm"/>
      <inkml:brushProperty name="height" value="0.05" units="cm"/>
      <inkml:brushProperty name="color" value="#E71224"/>
    </inkml:brush>
  </inkml:definitions>
  <inkml:trace contextRef="#ctx0" brushRef="#br0">10626 2649 16383 0 0,'0'0'0'0'0,"0"1"0"0"0,0 1 0 0 0,0 2 0 0 0,0 0 0 0 0,0 2 0 0 0,0 0 0 0 0,1 0 0 0 0,-1-1 0 0 0,1 0 0 0 0,0-1 0 0 0,-1 0 0 0 0,1 0 0 0 0,-1-1 0 0 0,0 0 0 0 0,1 0 0 0 0,-1 0 0 0 0,0-1 0 0 0,1 0 0 0 0,0 1 0 0 0,-1 0 0 0 0,2 0 0 0 0,-1 2 0 0 0,1 0 0 0 0,-1 1 0 0 0,0-1 0 0 0,0 1 0 0 0,0-1 0 0 0,0 0 0 0 0,-1-1 0 0 0,0-1 0 0 0,0-1 0 0 0,1 1 0 0 0,-1-1 0 0 0,1 0 0 0 0,-1 0 0 0 0,1 0 0 0 0,-1 0 0 0 0,0 0 0 0 0,0 1 0 0 0,0 0 0 0 0,1 0 0 0 0,-1 0 0 0 0,0 1 0 0 0,1-1 0 0 0,-1 1 0 0 0,0 0 0 0 0,0-1 0 0 0,0 1 0 0 0,0-1 0 0 0,0 0 0 0 0,1 0 0 0 0,-1 0 0 0 0,0 0 0 0 0,1 0 0 0 0,-1 0 0 0 0,1 0 0 0 0,-1 0 0 0 0,1 0 0 0 0,-1 1 0 0 0,1-2 0 0 0,0 1 0 0 0,-1-1 0 0 0,1 1 0 0 0,0 0 0 0 0,0 0 0 0 0,0 0 0 0 0,0 0 0 0 0,-1 0 0 0 0,1-1 0 0 0,-1 1 0 0 0,1-1 0 0 0,-1 0 0 0 0,0 1 0 0 0,0-1 0 0 0,0 1 0 0 0,0-1 0 0 0,0 1 0 0 0,1 1 0 0 0,-1-1 0 0 0,0 1 0 0 0,0 0 0 0 0,0-1 0 0 0,0 1 0 0 0,0 0 0 0 0,0 0 0 0 0,0 0 0 0 0,0-1 0 0 0,0 1 0 0 0,0-1 0 0 0,0 0 0 0 0,0 0 0 0 0,1-1 0 0 0,-1 0 0 0 0,1 1 0 0 0,0-1 0 0 0,-1 2 0 0 0,1 0 0 0 0,-1 0 0 0 0,0 1 0 0 0,0-1 0 0 0,1 0 0 0 0,-1 0 0 0 0,1 0 0 0 0,0 0 0 0 0,-1 0 0 0 0,1 0 0 0 0,0 2 0 0 0,-1 0 0 0 0,0 0 0 0 0,0 0 0 0 0,0 0 0 0 0,0 0 0 0 0,0 0 0 0 0,0-1 0 0 0,0 1 0 0 0,0 0 0 0 0,0-1 0 0 0,0 0 0 0 0,0 0 0 0 0,0 0 0 0 0,1 0 0 0 0,-1 1 0 0 0,1 1 0 0 0,0 1 0 0 0,0 0 0 0 0,0 1 0 0 0,-1 1 0 0 0,1-1 0 0 0,0-1 0 0 0,-1 0 0 0 0,1-1 0 0 0,-1 0 0 0 0,0 0 0 0 0,0 0 0 0 0,1-2 0 0 0,-1 1 0 0 0,0 0 0 0 0,1 1 0 0 0,-1 1 0 0 0,0 0 0 0 0,0 0 0 0 0,0 0 0 0 0,0 0 0 0 0,0 1 0 0 0,0 0 0 0 0,0-1 0 0 0,0-1 0 0 0,1-1 0 0 0,-1 0 0 0 0,1 1 0 0 0,-1-1 0 0 0,1 1 0 0 0,-1-1 0 0 0,1 0 0 0 0,-1-1 0 0 0,1 0 0 0 0,-1-1 0 0 0,0 1 0 0 0,1 1 0 0 0,0 0 0 0 0,-1 1 0 0 0,1-1 0 0 0,-1-1 0 0 0,1-1 0 0 0,0 0 0 0 0,0 1 0 0 0,0 0 0 0 0,0 2 0 0 0,0 0 0 0 0,1 0 0 0 0,-1-1 0 0 0,0 0 0 0 0,0 0 0 0 0,0 1 0 0 0,0 0 0 0 0,0 1 0 0 0,0 1 0 0 0,-1-1 0 0 0,0 1 0 0 0,1-1 0 0 0,-1 0 0 0 0,0 0 0 0 0,0-1 0 0 0,0 0 0 0 0,0 1 0 0 0,1-1 0 0 0,0 1 0 0 0,0 0 0 0 0,1 1 0 0 0,-1 0 0 0 0,0 0 0 0 0,0-1 0 0 0,0 0 0 0 0,0 1 0 0 0,0 0 0 0 0,0 1 0 0 0,0 0 0 0 0,-1 0 0 0 0,1-1 0 0 0,-1 1 0 0 0,0 0 0 0 0,0 1 0 0 0,0-1 0 0 0,0-1 0 0 0,0 0 0 0 0,0-1 0 0 0,0 0 0 0 0,1 1 0 0 0,-1 1 0 0 0,0-1 0 0 0,0 1 0 0 0,1 0 0 0 0,-1 0 0 0 0,0 0 0 0 0,0-1 0 0 0,0 1 0 0 0,0-1 0 0 0,0 1 0 0 0,1 1 0 0 0,1 0 0 0 0,0 0 0 0 0,1 1 0 0 0,1 0 0 0 0,0-2 0 0 0,0 0 0 0 0,0-2 0 0 0,-1-1 0 0 0,0 1 0 0 0,0 0 0 0 0,-1 3 0 0 0,0 0 0 0 0,0 0 0 0 0,-1 1 0 0 0,0-1 0 0 0,0-1 0 0 0,0-1 0 0 0,-1-1 0 0 0,0 0 0 0 0,0 1 0 0 0,1 2 0 0 0,-1 2 0 0 0,0 2 0 0 0,-1 0 0 0 0,1-1 0 0 0,-1-3 0 0 0,1-2 0 0 0,0-3 0 0 0,-1-1 0 0 0,1 1 0 0 0,0 2 0 0 0,0 1 0 0 0,0 2 0 0 0,0 0 0 0 0,0 1 0 0 0,0 0 0 0 0,0-1 0 0 0,0 0 0 0 0,0-3 0 0 0,0 0 0 0 0,0-3 0 0 0,0 0 0 0 0,0-2 0 0 0,0 0 0 0 0,0-1 0 0 0,0 1 0 0 0,0-1 0 0 0,0 0 0 0 0,0 0 0 0 0,0 0 0 0 0,0 0 0 0 0,1 0 0 0 0,-1 0 0 0 0,1 1 0 0 0,0 1 0 0 0,-1 1 0 0 0,0 1 0 0 0,1 0 0 0 0,-1-1 0 0 0,0 0 0 0 0,0 0 0 0 0,0-1 0 0 0,0-1 0 0 0,0 1 0 0 0,0 3 0 0 0,0 1 0 0 0,0 2 0 0 0,0-1 0 0 0,0-1 0 0 0,0-1 0 0 0,0-2 0 0 0,0 0 0 0 0,0-1 0 0 0,0 1 0 0 0,0 0 0 0 0,0-1 0 0 0,0 1 0 0 0,0 0 0 0 0,0 2 0 0 0,0-1 0 0 0,0 1 0 0 0,1-2 0 0 0,-1 0 0 0 0,0-1 0 0 0,1-1 0 0 0,0 1 0 0 0,-1 1 0 0 0,1 0 0 0 0,0 2 0 0 0,-1 0 0 0 0,0 0 0 0 0,1 1 0 0 0,-1-2 0 0 0,0 0 0 0 0,0-1 0 0 0,0-1 0 0 0,1-1 0 0 0,0-1 0 0 0,0 0 0 0 0,1 0 0 0 0,-1 0 0 0 0,1 0 0 0 0,-1-1 0 0 0,0 1 0 0 0,0 0 0 0 0,0 0 0 0 0,0 0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25"/>
    </inkml:context>
    <inkml:brush xml:id="br0">
      <inkml:brushProperty name="width" value="0.05" units="cm"/>
      <inkml:brushProperty name="height" value="0.05" units="cm"/>
      <inkml:brushProperty name="color" value="#E71224"/>
    </inkml:brush>
  </inkml:definitions>
  <inkml:trace contextRef="#ctx0" brushRef="#br0">19355 2599 16383 0 0,'0'0'0'0'0,"0"1"0"0"0,0 2 0 0 0,2 3 0 0 0,0 2 0 0 0,1 1 0 0 0,1 0 0 0 0,1 0 0 0 0,-1 0 0 0 0,0 0 0 0 0,-1-1 0 0 0,1 1 0 0 0,-1 1 0 0 0,0 0 0 0 0,0 0 0 0 0,1 1 0 0 0,0 1 0 0 0,-1-1 0 0 0,1 0 0 0 0,-1-2 0 0 0,0 0 0 0 0,0-2 0 0 0,-1-1 0 0 0,2 0 0 0 0,-1 1 0 0 0,1 0 0 0 0,1 2 0 0 0,-1-1 0 0 0,1 0 0 0 0,-1-1 0 0 0,0-1 0 0 0,0-1 0 0 0,0 0 0 0 0,0-1 0 0 0,0 1 0 0 0,0-1 0 0 0,-1 0 0 0 0,1 0 0 0 0,-1 0 0 0 0,0-1 0 0 0,1 1 0 0 0,0-1 0 0 0,-1-1 0 0 0,-1 1 0 0 0,1-1 0 0 0,-1 0 0 0 0,0 0 0 0 0,-1 0 0 0 0,1-1 0 0 0,-1 1 0 0 0,0-1 0 0 0,0 0 0 0 0,0 0 0 0 0,0 0 0 0 0,0 0 0 0 0,0 0 0 0 0,0 0 0 0 0,1 1 0 0 0,0 0 0 0 0,0 1 0 0 0,0-1 0 0 0,0 0 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26"/>
    </inkml:context>
    <inkml:brush xml:id="br0">
      <inkml:brushProperty name="width" value="0.05" units="cm"/>
      <inkml:brushProperty name="height" value="0.05" units="cm"/>
      <inkml:brushProperty name="color" value="#E71224"/>
    </inkml:brush>
  </inkml:definitions>
  <inkml:trace contextRef="#ctx0" brushRef="#br0">19989 2922 16383 0 0,'1'0'0'0'0,"-1"0"0"0"0,1-1 0 0 0,1 0 0 0 0,2-1 0 0 0,0-1 0 0 0,1-1 0 0 0,0-1 0 0 0,1-1 0 0 0,-1 0 0 0 0,0-2 0 0 0,0-1 0 0 0,0 0 0 0 0,0 0 0 0 0,-1 1 0 0 0,0 0 0 0 0,0 0 0 0 0,0 1 0 0 0,0-1 0 0 0,0-1 0 0 0,1 0 0 0 0,0-1 0 0 0,1-1 0 0 0,0 1 0 0 0,0-1 0 0 0,0 1 0 0 0,0-1 0 0 0,1 1 0 0 0,-1 0 0 0 0,1 0 0 0 0,-1 0 0 0 0,-1 2 0 0 0,0 0 0 0 0,0 2 0 0 0,-2 0 0 0 0,1 0 0 0 0,0 1 0 0 0,-1-1 0 0 0,1 0 0 0 0,0 1 0 0 0,-1 0 0 0 0,1 1 0 0 0,-1 0 0 0 0,-1 2 0 0 0,0 0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27"/>
    </inkml:context>
    <inkml:brush xml:id="br0">
      <inkml:brushProperty name="width" value="0.05" units="cm"/>
      <inkml:brushProperty name="height" value="0.05" units="cm"/>
      <inkml:brushProperty name="color" value="#E71224"/>
    </inkml:brush>
  </inkml:definitions>
  <inkml:trace contextRef="#ctx0" brushRef="#br0">20712 2621 16383 0 0,'0'0'0'0'0,"1"1"0"0"0,1 2 0 0 0,1 1 0 0 0,2 2 0 0 0,1 1 0 0 0,0 0 0 0 0,1 0 0 0 0,-1-1 0 0 0,0-1 0 0 0,-1 0 0 0 0,0-1 0 0 0,0 0 0 0 0,0 0 0 0 0,0 0 0 0 0,0 1 0 0 0,1 0 0 0 0,1 1 0 0 0,-1 1 0 0 0,0 0 0 0 0,0 0 0 0 0,0 0 0 0 0,-1-1 0 0 0,-1-1 0 0 0,0 0 0 0 0,-1-1 0 0 0,0 0 0 0 0,-1-1 0 0 0,0 0 0 0 0,1-1 0 0 0,-2 0 0 0 0,1-1 0 0 0,0 0 0 0 0,-1 0 0 0 0,1-1 0 0 0,-1 0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28"/>
    </inkml:context>
    <inkml:brush xml:id="br0">
      <inkml:brushProperty name="width" value="0.05" units="cm"/>
      <inkml:brushProperty name="height" value="0.05" units="cm"/>
      <inkml:brushProperty name="color" value="#004F8B"/>
    </inkml:brush>
  </inkml:definitions>
  <inkml:trace contextRef="#ctx0" brushRef="#br0">2974 9402 16383 0 0,'0'0'0'0'0,"2"0"0"0"0,2 0 0 0 0,1 1 0 0 0,4 3 0 0 0,4 3 0 0 0,1 0 0 0 0,1 2 0 0 0,-2-1 0 0 0,-2 0 0 0 0,-2-2 0 0 0,-2 0 0 0 0,-1-2 0 0 0,-1 0 0 0 0,-2-2 0 0 0,0 0 0 0 0,-1 0 0 0 0,1-1 0 0 0,0 1 0 0 0,-1-1 0 0 0,1 1 0 0 0,0-1 0 0 0,-1 1 0 0 0,1 1 0 0 0,-1-1 0 0 0,0 1 0 0 0,0 0 0 0 0,0-1 0 0 0,0 0 0 0 0,-1 0 0 0 0,1 0 0 0 0,-2-1 0 0 0,1 1 0 0 0,-1 0 0 0 0,0 0 0 0 0,0 1 0 0 0,0-1 0 0 0,0-1 0 0 0,1 2 0 0 0,1-1 0 0 0,0 2 0 0 0,1 1 0 0 0,2 1 0 0 0,0 1 0 0 0,0 1 0 0 0,1-1 0 0 0,-1 0 0 0 0,0-1 0 0 0,0-1 0 0 0,-1 1 0 0 0,-1-2 0 0 0,0 0 0 0 0,0 0 0 0 0,-1-2 0 0 0,0 0 0 0 0,0 1 0 0 0,0-1 0 0 0,1 1 0 0 0,0-1 0 0 0,0 1 0 0 0,0 0 0 0 0,-1 0 0 0 0,1-1 0 0 0,-1 1 0 0 0,0-1 0 0 0,0 1 0 0 0,1-1 0 0 0,-1 1 0 0 0,1 0 0 0 0,-1 0 0 0 0,1-1 0 0 0,-1 1 0 0 0,0-1 0 0 0,0-1 0 0 0,-1 1 0 0 0,0-1 0 0 0,1 0 0 0 0,0-1 0 0 0,0 0 0 0 0,1 0 0 0 0,0 0 0 0 0,1 0 0 0 0,1-1 0 0 0,1 0 0 0 0,0 0 0 0 0,1 0 0 0 0,-1 0 0 0 0,1 0 0 0 0,-1 0 0 0 0,0 1 0 0 0,0-1 0 0 0,0-1 0 0 0,0 1 0 0 0,-1 0 0 0 0,1 0 0 0 0,-1 0 0 0 0,1 1 0 0 0,0-1 0 0 0,0 1 0 0 0,-1-1 0 0 0,1 1 0 0 0,-1-1 0 0 0,0 1 0 0 0,0-1 0 0 0,0 0 0 0 0,1 0 0 0 0,-1 0 0 0 0,1 0 0 0 0,0 0 0 0 0,-1 0 0 0 0,1 1 0 0 0,-1-1 0 0 0,-1 0 0 0 0,1 1 0 0 0,0-1 0 0 0,0 1 0 0 0,0-1 0 0 0,-1 1 0 0 0,1-1 0 0 0,0 1 0 0 0,0 0 0 0 0,0 0 0 0 0,-1-1 0 0 0,1 0 0 0 0,0 0 0 0 0,0 1 0 0 0,-1-1 0 0 0,1 0 0 0 0,-1 0 0 0 0,0 0 0 0 0,0-1 0 0 0,0 1 0 0 0,0-1 0 0 0,0 1 0 0 0,0-1 0 0 0,0 1 0 0 0,0 0 0 0 0,0 1 0 0 0,1-1 0 0 0,-1 0 0 0 0,0 1 0 0 0,1 0 0 0 0,-1-1 0 0 0,0 0 0 0 0,0 0 0 0 0,0 1 0 0 0,0-1 0 0 0,0 0 0 0 0,-1 0 0 0 0,0 0 0 0 0,-1 0 0 0 0,0 0 0 0 0,0-1 0 0 0,1 1 0 0 0,-1 0 0 0 0,0 0 0 0 0,1 1 0 0 0,1 0 0 0 0,0-1 0 0 0,-1 0 0 0 0,1-1 0 0 0,-1 0 0 0 0,0 0 0 0 0,0 0 0 0 0,0 0 0 0 0,0-1 0 0 0,0 1 0 0 0,0 0 0 0 0,-1 0 0 0 0,1 0 0 0 0,-1 0 0 0 0,1 1 0 0 0,0-2 0 0 0,0 1 0 0 0,0 0 0 0 0,1 0 0 0 0,-1-1 0 0 0,0 1 0 0 0,0 0 0 0 0,0-1 0 0 0,0 1 0 0 0,0 0 0 0 0,0 0 0 0 0,0 0 0 0 0,0 1 0 0 0,1-1 0 0 0,-1 1 0 0 0,1-1 0 0 0,-1 0 0 0 0,0 0 0 0 0,0 0 0 0 0,0 0 0 0 0,1 0 0 0 0,-1 0 0 0 0,0 0 0 0 0,1 1 0 0 0,-1-1 0 0 0,0 1 0 0 0,1-1 0 0 0,-1 1 0 0 0,1-1 0 0 0,-1 0 0 0 0,1 1 0 0 0,0-1 0 0 0,0 0 0 0 0,0 0 0 0 0,1 0 0 0 0,-1 1 0 0 0,0-1 0 0 0,0 0 0 0 0,-1 0 0 0 0,1 0 0 0 0,0 0 0 0 0,0-1 0 0 0,1 1 0 0 0,-1 0 0 0 0,0 0 0 0 0,0-1 0 0 0,0 1 0 0 0,0 0 0 0 0,0 0 0 0 0,-1-1 0 0 0,1 0 0 0 0,0 1 0 0 0,-1 0 0 0 0,-1 0 0 0 0,1 0 0 0 0,-1 0 0 0 0,0 0 0 0 0,0 1 0 0 0,0-1 0 0 0,0 1 0 0 0,0 0 0 0 0,-1 0 0 0 0,1 1 0 0 0,0-1 0 0 0,1 1 0 0 0,-1 0 0 0 0,0 0 0 0 0,1 0 0 0 0,-1 0 0 0 0,1 0 0 0 0,0 0 0 0 0,-1 0 0 0 0,1 0 0 0 0,0 0 0 0 0,0 0 0 0 0,-1 0 0 0 0,1-1 0 0 0,0 1 0 0 0,-1-1 0 0 0,0 1 0 0 0,1 0 0 0 0,0 0 0 0 0,0-1 0 0 0,0 1 0 0 0,1-1 0 0 0,-1 1 0 0 0,0-1 0 0 0,-1 1 0 0 0,1-1 0 0 0,-1 0 0 0 0,1 1 0 0 0,0 0 0 0 0,-1 0 0 0 0,2-1 0 0 0,-1 0 0 0 0,0 1 0 0 0,0-1 0 0 0,0 0 0 0 0,-1 0 0 0 0,0 0 0 0 0,0 0 0 0 0,0 1 0 0 0,0 0 0 0 0,0 0 0 0 0,0 0 0 0 0,0 0 0 0 0,1 0 0 0 0,0 0 0 0 0,1 0 0 0 0,-1 0 0 0 0,0 0 0 0 0,-1 0-16383 0 0,0 0 16383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6.029"/>
    </inkml:context>
    <inkml:brush xml:id="br0">
      <inkml:brushProperty name="width" value="0.05" units="cm"/>
      <inkml:brushProperty name="height" value="0.05" units="cm"/>
      <inkml:brushProperty name="color" value="#004F8B"/>
    </inkml:brush>
  </inkml:definitions>
  <inkml:trace contextRef="#ctx0" brushRef="#br0">5922 9332 16383 0 0,'0'0'0'0'0,"0"1"0"0"0,0 2 0 0 0,1 0 0 0 0,1 1 0 0 0,0 1 0 0 0,0 1 0 0 0,1 0 0 0 0,0 0 0 0 0,1 0 0 0 0,-1-1 0 0 0,0 1 0 0 0,1 0 0 0 0,0 0 0 0 0,0 1 0 0 0,0 0 0 0 0,0 0 0 0 0,1 0 0 0 0,-2-1 0 0 0,1 0 0 0 0,0-1 0 0 0,-1 0 0 0 0,0-1 0 0 0,0 1 0 0 0,0-1 0 0 0,0 0 0 0 0,0 1 0 0 0,0-1 0 0 0,1 1 0 0 0,-2 0 0 0 0,1-1 0 0 0,0 0 0 0 0,-1 0 0 0 0,1 0 0 0 0,0-1 0 0 0,0 1 0 0 0,0 0 0 0 0,0 0 0 0 0,1 0 0 0 0,-1 0 0 0 0,-1-1 0 0 0,1 1 0 0 0,0-1 0 0 0,-1 1 0 0 0,0-1 0 0 0,1 0 0 0 0,-1 0 0 0 0,0-1 0 0 0,1 1 0 0 0,-1 0 0 0 0,1 0 0 0 0,-1 0 0 0 0,1 0 0 0 0,-1-1 0 0 0,1 0 0 0 0,-1 0 0 0 0,1-1 0 0 0,-1-1 0 0 0,0 0 0 0 0,0 0 0 0 0,1 0 0 0 0,-1 0 0 0 0,0 0 0 0 0,0 0 0 0 0,1 0 0 0 0,0-1 0 0 0,0 1 0 0 0,1-2 0 0 0,1 1 0 0 0,-1-1 0 0 0,1-1 0 0 0,0 1 0 0 0,0-1 0 0 0,0 1 0 0 0,-1-1 0 0 0,1 1 0 0 0,0-1 0 0 0,0 1 0 0 0,0-1 0 0 0,0 0 0 0 0,-1 0 0 0 0,1 0 0 0 0,0 0 0 0 0,-1 0 0 0 0,1 0 0 0 0,-1 0 0 0 0,0 0 0 0 0,1 0 0 0 0,-1 1 0 0 0,0 0 0 0 0,0 0 0 0 0,0 1 0 0 0,-1-1 0 0 0,0 1 0 0 0,0-1 0 0 0,1 1 0 0 0,-1 0 0 0 0,-1-1 0 0 0,1 1 0 0 0,-1 0 0 0 0,0 0 0 0 0,1 1 0 0 0,-1-1 0 0 0,0 1 0 0 0,0 0 0 0 0,0 0 0 0 0,0 0 0 0 0,0 0 0 0 0,1 0 0 0 0,1 0 0 0 0,0 0 0 0 0,1 0 0 0 0,-1 0 0 0 0,1 1 0 0 0,0-1 0 0 0,0 1 0 0 0,0-1 0 0 0,0 1 0 0 0,0-1 0 0 0,0 1 0 0 0,0-1 0 0 0,-1 1 0 0 0,1-1 0 0 0,-1 0 0 0 0,-1 1 0 0 0,1-1 0 0 0,0 0 0 0 0,-1 1 0 0 0,0-1 0 0 0,0 0 0 0 0,1 1 0 0 0,-1-1 0 0 0,0 1 0 0 0,0-1 0 0 0,0 0 0 0 0,1 0 0 0 0,-1 0 0 0 0,0 1 0 0 0,0-1 0 0 0,0 1 0 0 0,0-1 0 0 0,0 1 0 0 0,0-1 0 0 0,0 1 0 0 0,-1-1 0 0 0,1 1 0 0 0,-1-1 0 0 0,-1 0 0 0 0,1 1 0 0 0,-2 1 0 0 0,1 0 0 0 0,-1-1 0 0 0,0 1 0 0 0,0 1 0 0 0,0-1 0 0 0,0 1 0 0 0,1-1 0 0 0,1 1 0 0 0,0 0 0 0 0,0 0 0 0 0,1 0 0 0 0,1 0 0 0 0,-1-1 0 0 0,2 1 0 0 0,-1 0 0 0 0,1 0 0 0 0,0 0 0 0 0,-1 0 0 0 0,1-1 0 0 0,-1 0 0 0 0,0-1 0 0 0,0 1 0 0 0,-1-1 0 0 0,0 0 0 0 0,1 1 0 0 0,-1-2 0 0 0,0 1 0 0 0,0 0 0 0 0,-1 0 0 0 0,1 0 0 0 0,0-1 0 0 0,0 0 0 0 0,-1 1 0 0 0,1-1 0 0 0,-1 1 0 0 0,1-1 0 0 0,-1 1 0 0 0,-1-1 0 0 0,1 1 0 0 0,0-1 0 0 0,-1 0 0 0 0,1 0 0 0 0,0 0 0 0 0,1-1 0 0 0,-1 0 0 0 0,2 0 0 0 0,0 0 0 0 0,0-1 0 0 0,1 0 0 0 0,0 1 0 0 0,0-1 0 0 0,0 0 0 0 0,0 0 0 0 0,1 0 0 0 0,0 1 0 0 0,0-1 0 0 0,0 1 0 0 0,0-1 0 0 0,0 0 0 0 0,0 1 0 0 0,1-1 0 0 0,-1 1 0 0 0,0-1 0 0 0,0 1 0 0 0,1-1 0 0 0,-1 0 0 0 0,1 1 0 0 0,-1-1 0 0 0,0 1 0 0 0,1-1 0 0 0,-2 1 0 0 0,1 0 0 0 0,-1 0 0 0 0,0-1 0 0 0,0 1 0 0 0,0 0 0 0 0,0 0 0 0 0,-1 0 0 0 0,0 0 0 0 0,0-1 0 0 0,0 1 0 0 0,0 0 0 0 0,0 0 0 0 0,1 0 0 0 0,-1 0 0 0 0,0 0 0 0 0,0-1 0 0 0,1 1 0 0 0,-1-1 0 0 0,1 1 0 0 0,-1 0 0 0 0,0-1 0 0 0,0 1 0 0 0,-1 0 0 0 0,1-1 0 0 0,0 0 0 0 0,0 1 0 0 0,0-1 0 0 0,0 1 0 0 0,0 0 0 0 0,0 0 0 0 0,0 0 0 0 0,-1 0 0 0 0,0 0 0 0 0,0 1 0 0 0,0-1 0 0 0,-1 0 0 0 0,0 1 0 0 0,0-1 0 0 0,1 0 0 0 0,-1 0 0 0 0,0 1 0 0 0,0 0 0 0 0,0-1 0 0 0,0 1 0 0 0,1 0 0 0 0,-1 0 0 0 0,1 0 0 0 0,0 0 0 0 0,0 1 0 0 0,1-1 0 0 0,0 0 0 0 0,1 0 0 0 0,-1 0 0 0 0,0 0 0 0 0,1 0 0 0 0,-1 0 0 0 0,1 0 0 0 0,0 0 0 0 0,-1 0 0 0 0,0 0 0 0 0,0 0 0 0 0,1 0 0 0 0,0 0 0 0 0,-1 0 0 0 0,1 0 0 0 0,-1 0 0 0 0,1 0 0 0 0,-1-1 0 0 0,0 1 0 0 0,0 0 0 0 0,0-1 0 0 0,1 1 0 0 0,-1-1 0 0 0,1 1 0 0 0,-1 0 0 0 0,1-1 0 0 0,-1 0 0 0 0,1 1 0 0 0,-1 0 0 0 0,0-1 0 0 0,0 1 0 0 0,0-1 0 0 0,1 1 0 0 0,-1 0 0 0 0,1 0 0 0 0,-1-1 0 0 0,1 1 0 0 0,0 0 0 0 0,0 0 0 0 0,0 0 0 0 0,0 0 0 0 0,-1 0 0 0 0,1 1 0 0 0,0-1 0 0 0,0 0 0 0 0,0-1 0 0 0,0 1 0 0 0,1-1 0 0 0,0 1 0 0 0,0-1 0 0 0,1 1 0 0 0,0 0 0 0 0,0 0 0 0 0,-1 0 0 0 0,1-1 0 0 0,0 0 0 0 0,-1 1 0 0 0,0 0 0 0 0,0-1 0 0 0,-1 1 0 0 0,0-1 0 0 0,0 1 0 0 0,0-1 0 0 0,0 0 0 0 0,0 0 0 0 0,0 1 0 0 0,0-1 0 0 0,1 1 0 0 0,-1-1 0 0 0,0 1 0 0 0,0-1 0 0 0,0 1 0 0 0,0 0 0 0 0,0 0 0 0 0,-1 0 0 0 0,0 0 0 0 0,0 0 0 0 0,0 0 0 0 0,-1 0 0 0 0,0 0 0 0 0,0 0 0 0 0,-1 0 0 0 0,1 0 0 0 0,-1 0 0 0 0,0 0 0 0 0,0 0 0 0 0,0 0 0 0 0,1 0 0 0 0,-1 0 0 0 0,0 0 0 0 0,0 0 0 0 0,-1-1 0 0 0,1 1 0 0 0,0 0 0 0 0,-1-1 0 0 0,1 1 0 0 0,0 0 0 0 0,0-1 0 0 0,0 1 0 0 0,0-1 0 0 0,1 1 0 0 0,0 0 0 0 0,0-1 0 0 0,0 0 0 0 0,0 0 0 0 0,1 0 0 0 0,-1 0 0 0 0,0 0 0 0 0,0 0 0 0 0,0 0 0 0 0,0 0 0 0 0,0-1 0 0 0,0 1 0 0 0,0 0 0 0 0,0-1 0 0 0,-1 1 0 0 0,0 0 0 0 0,1 0 0 0 0,-1 0 0 0 0,1 0 0 0 0,-1 0 0 0 0,1 1 0 0 0,0-1 0 0 0,-1 1 0 0 0,1-1 0 0 0,-1 1 0 0 0,0 0 0 0 0,1-1 0 0 0,0 1 0 0 0,-1 0 0 0 0,1 0 0 0 0,0 0 0 0 0,-1 0 0 0 0,1-1 0 0 0,0 1 0 0 0,-1-1 0 0 0,1 1 0 0 0,-1 0 0 0 0,0 0 0 0 0,1 0 0 0 0,-1 0 0 0 0,0-1 0 0 0,0 1 0 0 0,0-1 0 0 0,-1 1 0 0 0,1 0 0 0 0,0 0 0 0 0,0 1 0 0 0,0 0 0 0 0,1 1 0 0 0,0 0 0 0 0,1 1 0 0 0,0 0 0 0 0,0 0 0 0 0,1-1 0 0 0,-1 1 0 0 0,0-1 0 0 0,-1 0 0 0 0,1-1 0 0 0,0 1 0 0 0,-1-1 0 0 0,0 0 0 0 0,1 1 0 0 0,-1-1 0 0 0,0 0 0 0 0,0 1 0 0 0,0-1 0 0 0,0 0 0 0 0,0 0 0 0 0,0 0 0 0 0,-1-1 0 0 0,1 1 0 0 0,-1-1 0 0 0,1 1 0 0 0,-1-1 0 0 0,0 1 0 0 0,0-1 0 0 0,0 1 0 0 0,1 0 0 0 0,-1-1 0 0 0,0 1 0 0 0,1-1 0 0 0,-1 1 0 0 0,1 0 0 0 0,-1 0 0 0 0,1 0 0 0 0,-1-1 0 0 0,1 1 0 0 0,-1 0 0 0 0,0 0 0 0 0,1 0 0 0 0,-1 0 0 0 0,0 0 0 0 0,0-1 0 0 0,0 1 0 0 0,0-1 0 0 0,0 1 0 0 0,0 0 0 0 0,0-1 0 0 0,0 0 0 0 0,0 0 0 0 0,0 0 0 0 0,1 0 0 0 0,-1 0 0 0 0,1 0 0 0 0,-1 0 0 0 0,1-1 0 0 0,-1 0 0 0 0,-1 0 0 0 0,1-1 0 0 0,0 0 0 0 0,0 1 0 0 0,1-1 0 0 0,-1 0 0 0 0,1-1 0 0 0,0 1 0 0 0,0 1 0 0 0,0-1 0 0 0,0 1 0 0 0,1 0 0 0 0,-1 0 0 0 0,1-1 0 0 0,-1 1 0 0 0,1 0 0 0 0,0 0 0 0 0,-1 0 0 0 0,0 0 0 0 0,0 0 0 0 0,0 0 0 0 0,0 0 0 0 0,0 0 0 0 0,0 0 0 0 0,0-1 0 0 0,-1 1 0 0 0,1 0 0 0 0,0 0 0 0 0,-1 0 0 0 0,1 0 0 0 0,-1 0 0 0 0,1 0 0 0 0,-1 0 0 0 0,0-1 0 0 0,1 1 0 0 0,-1 0 0 0 0,0 0 0 0 0,1 0 0 0 0,-1 1 0 0 0,0-1 0 0 0,0 1 0 0 0,0-1 0 0 0,0 0 0 0 0,1 0 0 0 0,-1-1 0 0 0,0 1 0 0 0,1 0 0 0 0,-1-1 0 0 0,1 1 0 0 0,-1 0 0 0 0,0 0 0 0 0,-1 0 0 0 0,1 0 0 0 0,0 0 0 0 0,0 0 0 0 0,0 0 0 0 0,0 0 0 0 0,0 0 0 0 0,0 0 0 0 0,0 0 0 0 0,0 0 0 0 0,0 1 0 0 0,0 0 0 0 0,0 0 0 0 0,1 1 0 0 0,-1-1 0 0 0,1 0 0 0 0,0 0 0 0 0,0 1 0 0 0,0-1 0 0 0,0 0 0 0 0,0 1 0 0 0,0-1 0 0 0,0 1 0 0 0,0-1 0 0 0,0 1 0 0 0,0 0 0 0 0,0 1 0 0 0,1-1 0 0 0,0 0 0 0 0,-1 0 0 0 0,0 0 0 0 0,0 0 0 0 0,0 0 0 0 0,-1 0 0 0 0,1 0 0 0 0,-1 0 0 0 0,0 0 0 0 0,0 0 0 0 0,1-1 0 0 0,-1 1 0 0 0,0 0 0 0 0,1 0 0 0 0,-1-1 0 0 0,1 0 0 0 0,-1 0 0 0 0,1 0 0 0 0,-1 0 0 0 0,0 0 0 0 0,0 0 0 0 0,0 0 0 0 0,0 0 0 0 0,1 0 0 0 0,-1 0 0 0 0,0 0 0 0 0,-1 0 0 0 0,1-1 0 0 0,0 0 0 0 0,-1-2 0 0 0,1 1 0 0 0,0-1 0 0 0,-1 0 0 0 0,1 0 0 0 0,0 1 0 0 0,0 0 0 0 0,0 0 0 0 0,0 0 0 0 0,0 0 0 0 0,0 0 0 0 0,0 0 0 0 0,0 0 0 0 0,0 0 0 0 0,0-1 0 0 0,0 1 0 0 0,0 0 0 0 0,0-1 0 0 0,1 1 0 0 0,0-1 0 0 0,0 1 0 0 0,0 0 0 0 0,0 0 0 0 0,0 0 0 0 0,0 0 0 0 0,0 1 0 0 0,0-1 0 0 0,1 0 0 0 0,-1 0 0 0 0,0 0 0 0 0,0 1 0 0 0,0-1 0 0 0,1 0 0 0 0,-1 0 0 0 0,1 0 0 0 0,0 0 0 0 0,-1 1 0 0 0,1-1 0 0 0,0 1 0 0 0,0 0 0 0 0,-1 0 0 0 0,1 0 0 0 0,-1-1 0 0 0,0 1 0 0 0,0-1 0 0 0,0 1 0 0 0,0 0 0 0 0,-1-1 0 0 0,1 1 0 0 0,-1-1 0 0 0,1 1 0 0 0,-1 0 0 0 0,0-1 0 0 0,0 1 0 0 0,1 0 0 0 0,-1 0 0 0 0,0 1 0 0 0,-1 1 0 0 0,0 0 0 0 0,0 2 0 0 0,-1-1 0 0 0,0 1 0 0 0,0 0 0 0 0,0 0 0 0 0,0 1 0 0 0,2-1 0 0 0,0 0 0 0 0,1 0 0 0 0,1 0 0 0 0,1-1 0 0 0,0 1 0 0 0,1-1 0 0 0,0 0 0 0 0,1 0 0 0 0,-1 0 0 0 0,0 0 0 0 0,0-1 0 0 0,0 0 0 0 0,0 0 0 0 0,-1 0 0 0 0,0-1 0 0 0,0 1 0 0 0,0 0 0 0 0,0-1 0 0 0,0 1 0 0 0,0-1 0 0 0,-1 1 0 0 0,1 0 0 0 0,-1 0 0 0 0,0-1 0 0 0,-1 1 0 0 0,0-1 0 0 0,0 0 0 0 0,0 0 0 0 0,-1 0 0 0 0,1 1 0 0 0,-1-2 0 0 0,1 1 0 0 0,-1 0 0 0 0,0 0 0 0 0,1 0 0 0 0,-1-1 0 0 0,1 0 0 0 0,0 0 0 0 0,0-2 0 0 0,0 0 0 0 0,1 0 0 0 0,-1 0 0 0 0,1 0 0 0 0,0 0 0 0 0,0 1 0 0 0,0 0 0 0 0,0 0 0 0 0,0 0 0 0 0,1 0 0 0 0,0 0 0 0 0,1-1 0 0 0,-1 1 0 0 0,1-1 0 0 0,-1 1 0 0 0,0 0 0 0 0,0 1 0 0 0,0-1 0 0 0,-1 0 0 0 0,1 1 0 0 0,1-1 0 0 0,-1-1 0 0 0,1 1 0 0 0,-1 0 0 0 0,1-1 0 0 0,-1 1 0 0 0,1 0 0 0 0,-1-1 0 0 0,0 1 0 0 0,0 0 0 0 0,-1-1 0 0 0,1 2 0 0 0,-1-1 0 0 0,-1 0 0 0 0,1 1 0 0 0,-1-1 0 0 0,1 1 0 0 0,0-1 0 0 0,0 1 0 0 0,0-1 0 0 0,0 1 0 0 0,0-1 0 0 0,0 1 0 0 0,1-1 0 0 0,-1 1 0 0 0,0 0 0 0 0,0 0 0 0 0,-1-1 0 0 0,1 1 0 0 0,-1 0 0 0 0,0 0 0 0 0,-1 0 0 0 0,1 0 0 0 0,0 0 0 0 0,-1 0 0 0 0,1 0 0 0 0,0 0 0 0 0,0 0 0 0 0,-1 0 0 0 0,1 1 0 0 0,0-1 0 0 0,0 0 0 0 0,0 0 0 0 0,0 1 0 0 0,-1-1 0 0 0,1 0 0 0 0,0 0 0 0 0,-1 0 0 0 0,0 0 0 0 0,1 1 0 0 0,-1-1 0 0 0,0 0 0 0 0,0 1 0 0 0,0-1 0 0 0,-1 1 0 0 0,1-1 0 0 0,0 1 0 0 0,0 0 0 0 0,0 0 0 0 0,-1-1 0 0 0,1 1 0 0 0,0 0 0 0 0,0-1 0 0 0,0 1 0 0 0,-1-1 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5:18.775"/>
    </inkml:context>
    <inkml:brush xml:id="br0">
      <inkml:brushProperty name="width" value="0.05" units="cm"/>
      <inkml:brushProperty name="height" value="0.05" units="cm"/>
      <inkml:brushProperty name="color" value="#E71224"/>
    </inkml:brush>
  </inkml:definitions>
  <inkml:trace contextRef="#ctx0" brushRef="#br0">12803 8223 16383 0 0,'0'1'0'0'0,"0"0"0"0"0,-2 2 0 0 0,0 2 0 0 0,0 2 0 0 0,-1 0 0 0 0,1 1 0 0 0,-1 0 0 0 0,0 1 0 0 0,-1-1 0 0 0,0 1 0 0 0,1-1 0 0 0,-1 1 0 0 0,1-1 0 0 0,-1 2 0 0 0,0 0 0 0 0,0 1 0 0 0,0-1 0 0 0,-1 1 0 0 0,0 1 0 0 0,0-1 0 0 0,0 0 0 0 0,0 1 0 0 0,1 0 0 0 0,0 0 0 0 0,0 1 0 0 0,1-1 0 0 0,-1 0 0 0 0,1 0 0 0 0,0-2 0 0 0,0 0 0 0 0,1-1 0 0 0,0-1 0 0 0,-1-1 0 0 0,1 1 0 0 0,-1 0 0 0 0,0 1 0 0 0,0 0 0 0 0,0 0 0 0 0,0-1 0 0 0,1 1 0 0 0,0-1 0 0 0,0 0 0 0 0,0 0 0 0 0,0-1 0 0 0,1 0 0 0 0,0 0 0 0 0,0-1 0 0 0,0 1 0 0 0,1-1 0 0 0,-1 1 0 0 0,0 1 0 0 0,-1 0 0 0 0,1 1 0 0 0,-1 1 0 0 0,0 0 0 0 0,0-2 0 0 0,1-1 0 0 0,-1 0 0 0 0,1-2 0 0 0,0-1 0 0 0,0 0 0 0 0,-1 0 0 0 0,1 1 0 0 0,0 0 0 0 0,0 0 0 0 0,-1 1 0 0 0,1 0 0 0 0,0 0 0 0 0,0 0 0 0 0,0 0 0 0 0,0 0 0 0 0,-1-1 0 0 0,1-1 0 0 0,0 2 0 0 0,0 0 0 0 0,0 0 0 0 0,1 2 0 0 0,-1 0 0 0 0,1 1 0 0 0,0 2 0 0 0,0 1 0 0 0,0 0 0 0 0,0 1 0 0 0,0-2 0 0 0,1 0 0 0 0,-1-1 0 0 0,0-2 0 0 0,0-1 0 0 0,0-1 0 0 0,0 1 0 0 0,0-1 0 0 0,0 0 0 0 0,0 0 0 0 0,0-2 0 0 0,-1 0 0 0 0,1 0 0 0 0,-1-1 0 0 0,0 1 0 0 0,0 0 0 0 0,1 2 0 0 0,-2 0 0 0 0,1 1 0 0 0,0-1 0 0 0,-1 0 0 0 0,0 0 0 0 0,0 1 0 0 0,0 0 0 0 0,0 0 0 0 0,0 0 0 0 0,0 1 0 0 0,-1 0 0 0 0,1 1 0 0 0,-1-1 0 0 0,1 0 0 0 0,-1 0 0 0 0,1 1 0 0 0,0 1 0 0 0,0 0 0 0 0,0 1 0 0 0,1-1 0 0 0,-1 1 0 0 0,1-1 0 0 0,0 1 0 0 0,-1 0 0 0 0,0 1 0 0 0,0 0 0 0 0,0 0 0 0 0,-1 0 0 0 0,1-1 0 0 0,0-1 0 0 0,1 0 0 0 0,0 1 0 0 0,0 1 0 0 0,1 0 0 0 0,-1-1 0 0 0,0-1 0 0 0,0 0 0 0 0,1-1 0 0 0,0 0 0 0 0,0 0 0 0 0,-1 0 0 0 0,1 0 0 0 0,1 0 0 0 0,-2 0 0 0 0,0 0 0 0 0,1 0 0 0 0,-2 1 0 0 0,1 0 0 0 0,-1 0 0 0 0,0 0 0 0 0,0 0 0 0 0,1-1 0 0 0,-1 1 0 0 0,1-1 0 0 0,0-1 0 0 0,0 1 0 0 0,0-2 0 0 0,-1 0 0 0 0,1 0 0 0 0,0 0 0 0 0,0 0 0 0 0,0 0 0 0 0,1-1 0 0 0,-1 1 0 0 0,-1 1 0 0 0,1 0 0 0 0,0 1 0 0 0,-1 1 0 0 0,1 0 0 0 0,-1-1 0 0 0,0 1 0 0 0,0-1 0 0 0,1-1 0 0 0,-1 0 0 0 0,1 1 0 0 0,-1-1 0 0 0,1 0 0 0 0,1-1 0 0 0,-1 0 0 0 0,0 0 0 0 0,0-1 0 0 0,0 1 0 0 0,0 0 0 0 0,0 1 0 0 0,0 1 0 0 0,0 1 0 0 0,0 1 0 0 0,0 1 0 0 0,-1 1 0 0 0,0 0 0 0 0,0-1 0 0 0,0 1 0 0 0,1-2 0 0 0,-1-1 0 0 0,1-1 0 0 0,0-2 0 0 0,0 0 0 0 0,0 0 0 0 0,0-2 0 0 0,1 0 0 0 0,-1 0 0 0 0,0 0 0 0 0,0 0 0 0 0,1 0 0 0 0,-1 0 0 0 0,0 0 0 0 0,0 0 0 0 0,0 0 0 0 0,0 0 0 0 0,0 0 0 0 0,0 0 0 0 0,0 0 0 0 0,0 1 0 0 0,0-1 0 0 0,0 0 0 0 0,0 0 0 0 0,1 0 0 0 0,0-1 0 0 0,-1 0 0 0 0,1-1 0 0 0,0 1 0 0 0,0-1 0 0 0,-1 0 0 0 0,0 0 0 0 0,1 1 0 0 0,-1-1 0 0 0,0 0 0 0 0,0 0 0 0 0,0 0 0 0 0,0-1 0 0 0,0 1 0 0 0,0-1 0 0 0,0 1 0 0 0,-1 0 0 0 0,1-1 0 0 0,-1 0 0 0 0,0 2 0 0 0,1-1 0 0 0,0 0 0 0 0,0 0 0 0 0,0 0 0 0 0,-1 0 0 0 0,1 0 0 0 0,-1 0 0 0 0,0 1 0 0 0,1-1 0 0 0,0 1 0 0 0,1 0 0 0 0,-1-1 0 0 0,0 0 0 0 0,0 0 0 0 0,1 0 0 0 0,-1 1 0 0 0,1-1 0 0 0,0 0 0 0 0,0 0 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6:55.924"/>
    </inkml:context>
    <inkml:brush xml:id="br0">
      <inkml:brushProperty name="width" value="0.05" units="cm"/>
      <inkml:brushProperty name="height" value="0.05" units="cm"/>
      <inkml:brushProperty name="color" value="#004F8B"/>
    </inkml:brush>
  </inkml:definitions>
  <inkml:trace contextRef="#ctx0" brushRef="#br0">13578 5503 16383 0 0,'0'0'0'0'0,"0"-2"0"0"0,0-1 0 0 0,0-3 0 0 0,1-4 0 0 0,2-3 0 0 0,1-2 0 0 0,0 0 0 0 0,1 1 0 0 0,-1 1 0 0 0,0 2 0 0 0,0 0 0 0 0,0 2 0 0 0,0 0 0 0 0,-1 0 0 0 0,0 1 0 0 0,0 0 0 0 0,0 0 0 0 0,0 0 0 0 0,0 1 0 0 0,-1 0 0 0 0,1 0 0 0 0,0 1 0 0 0,-1 0 0 0 0,0-1 0 0 0,-1 0 0 0 0,0 0 0 0 0,0-1 0 0 0,1-1 0 0 0,-1 0 0 0 0,0-1 0 0 0,1-1 0 0 0,0 0 0 0 0,0 0 0 0 0,-1 0 0 0 0,0 2 0 0 0,0-1 0 0 0,-1 2 0 0 0,1-1 0 0 0,-1 1 0 0 0,1-1 0 0 0,-1 0 0 0 0,1 0 0 0 0,-1 0 0 0 0,1 0 0 0 0,0 0 0 0 0,0 0 0 0 0,0 0 0 0 0,1-1 0 0 0,0 0 0 0 0,0 1 0 0 0,1 0 0 0 0,-1 0 0 0 0,1 1 0 0 0,-1 0 0 0 0,1 1 0 0 0,-1-1 0 0 0,-1 1 0 0 0,1 0 0 0 0,-1 0 0 0 0,0 1 0 0 0,0 0 0 0 0,0 0 0 0 0,0-1 0 0 0,1 0 0 0 0,0 0 0 0 0,0 1 0 0 0,0-1 0 0 0,-1 0 0 0 0,1 1 0 0 0,0-1 0 0 0,1 0 0 0 0,0 0 0 0 0,0 0 0 0 0,1 0 0 0 0,-1 0 0 0 0,-1 1 0 0 0,1-1 0 0 0,-1 1 0 0 0,0 0 0 0 0,-1 1 0 0 0,1 0 0 0 0,-1 1 0 0 0,-1 0 0 0 0,1 0 0 0 0,0 1 0 0 0,0 0 0 0 0,-1 0 0 0 0,1 0 0 0 0,-1 0 0 0 0,0 0 0 0 0,1 0 0 0 0,-1 1 0 0 0,1 0 0 0 0,-1 0 0 0 0,1 0 0 0 0,0 0 0 0 0,-1 0 0 0 0,1 0 0 0 0,0 0 0 0 0,0 0 0 0 0,0 0 0 0 0,0 2 0 0 0,0 1 0 0 0,0 2 0 0 0,1 0 0 0 0,0 1 0 0 0,0 0 0 0 0,0 0 0 0 0,0 0 0 0 0,1 0 0 0 0,-1-1 0 0 0,1 1 0 0 0,1-1 0 0 0,-1 1 0 0 0,1-1 0 0 0,0 1 0 0 0,1-1 0 0 0,-1 1 0 0 0,1 0 0 0 0,0 0 0 0 0,-1 0 0 0 0,1-1 0 0 0,-1 1 0 0 0,0-1 0 0 0,-1 1 0 0 0,0-1 0 0 0,0 0 0 0 0,-1 0 0 0 0,0 0 0 0 0,0 0 0 0 0,0 0 0 0 0,1-1 0 0 0,-1 1 0 0 0,0 0 0 0 0,0 0 0 0 0,1 1 0 0 0,-1 0 0 0 0,2 0 0 0 0,-1 0 0 0 0,0 0 0 0 0,0 1 0 0 0,1-1 0 0 0,-2 1 0 0 0,1 0 0 0 0,-1-1 0 0 0,0 1 0 0 0,0-1 0 0 0,-1 0 0 0 0,1-1 0 0 0,0-1 0 0 0,-1 1 0 0 0,1-1 0 0 0,-1 1 0 0 0,1-1 0 0 0,-1 0 0 0 0,0 1 0 0 0,0 1 0 0 0,0 2 0 0 0,1 3 0 0 0,1 1 0 0 0,0 0 0 0 0,0 1 0 0 0,1 0 0 0 0,0-2 0 0 0,-1 0 0 0 0,0-2 0 0 0,0-1 0 0 0,0-1 0 0 0,-1 0 0 0 0,0-1 0 0 0,0 1 0 0 0,0 0 0 0 0,-1 0 0 0 0,1 0 0 0 0,-1 0 0 0 0,-1-2 0 0 0,1 1 0 0 0,0-2 0 0 0,-1 1 0 0 0,1 0 0 0 0,0-1 0 0 0,-1 1 0 0 0,1 0 0 0 0,0-1 0 0 0,1 1 0 0 0,-1-1 0 0 0,0 4 0 0 0,0 3 0 0 0,2 5 0 0 0,0 3 0 0 0,1 1 0 0 0,2 1 0 0 0,0-1 0 0 0,0-1 0 0 0,1-1 0 0 0,0-1 0 0 0,-1-2 0 0 0,-2-3 0 0 0,0-2 0 0 0,0-1 0 0 0,-2-2 0 0 0,-1 0 0 0 0,0 1 0 0 0,0 2 0 0 0,-1 0 0 0 0,1 2 0 0 0,1 0 0 0 0,0 2 0 0 0,2 2 0 0 0,0 2 0 0 0,2 1 0 0 0,0 0 0 0 0,-1-2 0 0 0,0-3 0 0 0,-2-1 0 0 0,0-1 0 0 0,-2 0 0 0 0,-1 0 0 0 0,1 2 0 0 0,-1 1 0 0 0,0 1 0 0 0,2 0 0 0 0,-1 2 0 0 0,2-1 0 0 0,-1 2 0 0 0,1-1 0 0 0,0 0 0 0 0,0-1 0 0 0,-1-3 0 0 0,1-1 0 0 0,-2-2 0 0 0,1-2 0 0 0,-1-2 0 0 0,0-1 0 0 0,-1 0 0 0 0,0-3 0 0 0,0-2 0 0 0,0-1 0 0 0,0-3 0 0 0,0-2 0 0 0,0-1 0 0 0,1-2 0 0 0,0-2 0 0 0,1 0 0 0 0,0 0 0 0 0,1-1 0 0 0,0-1 0 0 0,1 1 0 0 0,0 0 0 0 0,0 0 0 0 0,0 0 0 0 0,0 0 0 0 0,0 1 0 0 0,1 0 0 0 0,-1-1 0 0 0,-1 1 0 0 0,0 1 0 0 0,0-1 0 0 0,-1 2 0 0 0,-1-1 0 0 0,1 1 0 0 0,0-2 0 0 0,0 1 0 0 0,0-1 0 0 0,0 0 0 0 0,-1-1 0 0 0,0 1 0 0 0,-1 1 0 0 0,1 1 0 0 0,-1 3 0 0 0,1 1 0 0 0,0 0 0 0 0,0 0 0 0 0,0-2 0 0 0,1-1 0 0 0,1-2 0 0 0,1-2 0 0 0,1-2 0 0 0,2-2 0 0 0,1-1 0 0 0,0 0 0 0 0,1-1 0 0 0,-1 2 0 0 0,-1 1 0 0 0,0 0 0 0 0,0 2 0 0 0,-1 0 0 0 0,0 1 0 0 0,0 0 0 0 0,-1 1 0 0 0,0 0 0 0 0,0 0 0 0 0,-1-1 0 0 0,0 1 0 0 0,0 1 0 0 0,-1 0 0 0 0,0 0 0 0 0,0 0 0 0 0,-1 1 0 0 0,0-1 0 0 0,-1 2 0 0 0,0 2 0 0 0,1 1 0 0 0,-1 1 0 0 0,0-2 0 0 0,0-4 0 0 0,2-5 0 0 0,3-5 0 0 0,1-5 0 0 0,3-2 0 0 0,0-2 0 0 0,0 2 0 0 0,0 3 0 0 0,-1 2 0 0 0,-2 4 0 0 0,-2 3 0 0 0,0 2 0 0 0,-2 2 0 0 0,1-1 0 0 0,-1-1 0 0 0,1 0 0 0 0,1-1 0 0 0,-1 1 0 0 0,1 2 0 0 0,-1 2 0 0 0,-1 2 0 0 0,-1 2 0 0 0,-1 1 0 0 0,-1 2 0 0 0,1 0 0 0 0,-1 1 0 0 0,0 0 0 0 0,2 1 0 0 0,-1 0 0 0 0,0 1 0 0 0,0 0 0 0 0,-1 1 0 0 0,1 1 0 0 0,1-1 0 0 0,0 0 0 0 0,1 0 0 0 0,0-1 0 0 0,1 0 0 0 0,0 1 0 0 0,1-1 0 0 0,1-1 0 0 0,1 1 0 0 0,-1 0 0 0 0,2 0 0 0 0,-1 0 0 0 0,1 0 0 0 0,-1 0 0 0 0,0 0 0 0 0,-1 0 0 0 0,0 0 0 0 0,0 0 0 0 0,0 0 0 0 0,-1 0 0 0 0,1 0 0 0 0,-1 0 0 0 0,0 0 0 0 0,-1 0 0 0 0,0 0 0 0 0,-1 0 0 0 0,0-1 0 0 0,0 0 0 0 0,-1 0 0 0 0,1 1 0 0 0,-1-1 0 0 0,1 0 0 0 0,0-1 0 0 0,-1 0 0 0 0,0 0 0 0 0,0-2 0 0 0,2-2 0 0 0,2-1 0 0 0,0-1 0 0 0,1-1 0 0 0,1 0 0 0 0,0 0 0 0 0,-1 1 0 0 0,0 0 0 0 0,0 0 0 0 0,0 1 0 0 0,-1 0 0 0 0,-1 1 0 0 0,0 1 0 0 0,0 0 0 0 0,0 1 0 0 0,-1 0 0 0 0,1 0 0 0 0,-1 1 0 0 0,0 0 0 0 0,0 0 0 0 0,-1 1 0 0 0,0-1 0 0 0,1 1 0 0 0,-1-1 0 0 0,0 1 0 0 0,1 0 0 0 0,-1 0 0 0 0,0 0 0 0 0,-1 0 0 0 0,0 0 0 0 0,0 1 0 0 0,0-1 0 0 0,-1 0 0 0 0,0 0 0 0 0,0 0 0 0 0,1 0 0 0 0,-1 0 0 0 0,0-1 0 0 0,1 1 0 0 0,0-1 0 0 0,0 1 0 0 0,2 0 0 0 0,-1 1 0 0 0,2 0 0 0 0,-1 1 0 0 0,2 0 0 0 0,-1 0 0 0 0,1 0 0 0 0,0-1 0 0 0,1 1 0 0 0,-1-1 0 0 0,0 1 0 0 0,1-1 0 0 0,-1 0 0 0 0,1-1 0 0 0,-1 1 0 0 0,0 0 0 0 0,0 1 0 0 0,-2-1 0 0 0,0 1 0 0 0,0 0 0 0 0,-1 0 0 0 0,0 0 0 0 0,0 0 0 0 0,0 0 0 0 0,0-1 0 0 0,0 1 0 0 0,-1-1 0 0 0,1 1 0 0 0,-1 0 0 0 0,1-1 0 0 0,0 0 0 0 0,0 0 0 0 0,0 1 0 0 0,0-1 0 0 0,-1 0 0 0 0,0 0 0 0 0,0 0 0 0 0,-1 0 0 0 0,0 0 0 0 0,0-2 0 0 0,0-1 0 0 0,2 0 0 0 0,0-2 0 0 0,0 0 0 0 0,0 1 0 0 0,1-1 0 0 0,0 1 0 0 0,0 0 0 0 0,0-1 0 0 0,1 0 0 0 0,0-1 0 0 0,0 0 0 0 0,-1 1 0 0 0,0 1 0 0 0,0 0 0 0 0,-1 1 0 0 0,0 1 0 0 0,0-1 0 0 0,-1 1 0 0 0,0 0 0 0 0,1 0 0 0 0,-1-1 0 0 0,1 0 0 0 0,1 0 0 0 0,-1 0 0 0 0,0 0 0 0 0,0 0 0 0 0,0 0 0 0 0,0 0 0 0 0,1-1 0 0 0,0 0 0 0 0,0-1 0 0 0,0 0 0 0 0,1-1 0 0 0,0 0 0 0 0,0 0 0 0 0,0 1 0 0 0,0 0 0 0 0,-1 1 0 0 0,1 0 0 0 0,0 0 0 0 0,-1 1 0 0 0,0 0 0 0 0,-1 1 0 0 0,0 0 0 0 0,-1 0 0 0 0,0 1 0 0 0,-1 1 0 0 0,1-1 0 0 0,-2 1 0 0 0,1-1 0 0 0,0 0 0 0 0,0 1 0 0 0,0-1 0 0 0,0 0 0 0 0,0 0 0 0 0,1 0 0 0 0,-1 0 0 0 0,1-1 0 0 0,0 1 0 0 0,-1-1 0 0 0,1 1 0 0 0,0 0 0 0 0,-1 0 0 0 0,0 1 0 0 0,-1 1 0 0 0,1 3 0 0 0,0 6 0 0 0,2 6 0 0 0,1 4 0 0 0,1 1 0 0 0,0 1 0 0 0,-1-1 0 0 0,0-2 0 0 0,-2-3 0 0 0,-1-3 0 0 0,0-3 0 0 0,-1-2 0 0 0,1-1 0 0 0,-1-1 0 0 0,1-1 0 0 0,-1 0 0 0 0,1 0 0 0 0,-1 0 0 0 0,1 0 0 0 0,0 0 0 0 0,0 0 0 0 0,-1 1 0 0 0,1-1 0 0 0,-1 1 0 0 0,1-1 0 0 0,0 1 0 0 0,0 0 0 0 0,0-1 0 0 0,0 0 0 0 0,0 0 0 0 0,1-1 0 0 0,-1 0 0 0 0,0 1 0 0 0,0 1 0 0 0,0 2 0 0 0,1 0 0 0 0,0 1 0 0 0,0 0 0 0 0,0-1 0 0 0,-1-2 0 0 0,1 0 0 0 0,-2-1 0 0 0,1 0 0 0 0,-1 0 0 0 0,0-1 0 0 0,0 0 0 0 0,1 1 0 0 0,0-1 0 0 0,0 1 0 0 0,1-1 0 0 0,-1 1 0 0 0,1 1 0 0 0,-1-1 0 0 0,0 1 0 0 0,1-1 0 0 0,-1 1 0 0 0,0-1 0 0 0,0 1 0 0 0,-1-1 0 0 0,1-1 0 0 0,0 1 0 0 0,1 1 0 0 0,0-1 0 0 0,0 1 0 0 0,0 0 0 0 0,0 1 0 0 0,0-1 0 0 0,0 1 0 0 0,0-1 0 0 0,-1 0 0 0 0,1-1 0 0 0,-1-1 0 0 0,0 0 0 0 0,0 0 0 0 0,0-1 0 0 0,0 1 0 0 0,0 0 0 0 0,-1 1 0 0 0,0 1 0 0 0,0 0 0 0 0,0 1 0 0 0,1 0 0 0 0,0 0 0 0 0,1 1 0 0 0,-1 0 0 0 0,1 1 0 0 0,0-1 0 0 0,0 0 0 0 0,0-1 0 0 0,0-1 0 0 0,-1 0 0 0 0,1 0 0 0 0,-1-1 0 0 0,1 1 0 0 0,-2-2 0 0 0,1 0 0 0 0,0-1 0 0 0,-1 1 0 0 0,1 0 0 0 0,0 0 0 0 0,-1 0 0 0 0,1 0 0 0 0,0-1 0 0 0,0 1 0 0 0,0 0 0 0 0,0 1 0 0 0,0 0 0 0 0,1 0 0 0 0,-1 0 0 0 0,0-1 0 0 0,0 1 0 0 0,0-2 0 0 0,0 1 0 0 0,-1-1 0 0 0,1 0 0 0 0,-1 0 0 0 0,1-1 0 0 0,-1-1 0 0 0,0-3 0 0 0,0-2 0 0 0,1-2 0 0 0,-1-1 0 0 0,2-1 0 0 0,0 1 0 0 0,0 0 0 0 0,1 0 0 0 0,0 1 0 0 0,0 1 0 0 0,0 0 0 0 0,-1 1 0 0 0,0 0 0 0 0,1 0 0 0 0,-1 0 0 0 0,-1 1 0 0 0,1 0 0 0 0,0 0 0 0 0,-1 1 0 0 0,0 0 0 0 0,0 1 0 0 0,-1-1 0 0 0,1 0 0 0 0,-1 0 0 0 0,0 1 0 0 0,1-1 0 0 0,-1 0 0 0 0,0 1 0 0 0,1-1 0 0 0,-1 0 0 0 0,1 1 0 0 0,0-1 0 0 0,-1 0 0 0 0,1 0 0 0 0,-1-1 0 0 0,0 1 0 0 0,0 0 0 0 0,0 0 0 0 0,0 1 0 0 0,0-1 0 0 0,0 1 0 0 0,0-1 0 0 0,0 0 0 0 0,0 0 0 0 0,0 0 0 0 0,0 0 0 0 0,0-1 0 0 0,0 0 0 0 0,0 1 0 0 0,0 0 0 0 0,0-1 0 0 0,0 1 0 0 0,1-1 0 0 0,0 0 0 0 0,-1 1 0 0 0,1-1 0 0 0,0 1 0 0 0,-1 1 0 0 0,1-1 0 0 0,-1 0 0 0 0,1-4 0 0 0,2-3 0 0 0,0-1 0 0 0,0-2 0 0 0,0 2 0 0 0,0 0 0 0 0,0 1 0 0 0,-1 1 0 0 0,-1 0 0 0 0,1 2 0 0 0,0-1 0 0 0,0 0 0 0 0,0 0 0 0 0,-1-1 0 0 0,1 1 0 0 0,0 0 0 0 0,-1 1 0 0 0,-1 0 0 0 0,1 0 0 0 0,-1 1 0 0 0,0 0 0 0 0,0 0 0 0 0,1 1 0 0 0,0-1 0 0 0,0 1 0 0 0,0 1 0 0 0,0-1 0 0 0,0 2 0 0 0,-1 0 0 0 0,0 0 0 0 0,0 0 0 0 0,0 0 0 0 0,0-2 0 0 0,1-2 0 0 0,-1 0 0 0 0,2-1 0 0 0,-1 0 0 0 0,0 0 0 0 0,1 2 0 0 0,-1 0 0 0 0,0 0 0 0 0,-1 0 0 0 0,1 1 0 0 0,-1 0 0 0 0,1 0 0 0 0,-1 1 0 0 0,1 0 0 0 0,-1 1 0 0 0,0-2 0 0 0,1 1 0 0 0,0-1 0 0 0,0 1 0 0 0,0 0 0 0 0,0 0 0 0 0,0 1 0 0 0,-1 0 0 0 0,1 0 0 0 0,-1 1 0 0 0,0-2 0 0 0,0-1 0 0 0,0-2 0 0 0,2-1 0 0 0,-1-1 0 0 0,1 1 0 0 0,0 0 0 0 0,0 0 0 0 0,0 1 0 0 0,1 1 0 0 0,-1 0 0 0 0,0 1 0 0 0,1 0 0 0 0,-2 1 0 0 0,1 0 0 0 0,0 1 0 0 0,-1-1 0 0 0,1 1 0 0 0,-2 0 0 0 0,1 0 0 0 0,-1 1 0 0 0,0-1 0 0 0,0-1 0 0 0,0 0 0 0 0,0-1 0 0 0,-1-1 0 0 0,1-1 0 0 0,1-1 0 0 0,-1 1 0 0 0,1-1 0 0 0,1 0 0 0 0,0 1 0 0 0,0 1 0 0 0,1 1 0 0 0,-1 0 0 0 0,-1 1 0 0 0,1 0 0 0 0,-1 1 0 0 0,1 0 0 0 0,-2 0 0 0 0,1 0 0 0 0,0 0 0 0 0,-1 1 0 0 0,0-1 0 0 0,0 0 0 0 0,0-2 0 0 0,0-1 0 0 0,1-1 0 0 0,0-2 0 0 0,0 1 0 0 0,1 0 0 0 0,0 1 0 0 0,0 0 0 0 0,-1 1 0 0 0,0 1 0 0 0,0-1 0 0 0,0 1 0 0 0,0 0 0 0 0,0 0 0 0 0,0 0 0 0 0,0 0 0 0 0,0 1 0 0 0,0 0 0 0 0,0 1 0 0 0,1 0 0 0 0,-1-1 0 0 0,0 2 0 0 0,0-1 0 0 0,0 1 0 0 0,0 0 0 0 0,0-1 0 0 0,-1 1 0 0 0,1-1 0 0 0,0 1 0 0 0,0 1 0 0 0,-1 2 0 0 0,0 3 0 0 0,2 1 0 0 0,-1 1 0 0 0,2 0 0 0 0,0 0 0 0 0,1 0 0 0 0,0 0 0 0 0,0 0 0 0 0,0 0 0 0 0,0 0 0 0 0,-1-1 0 0 0,0 0 0 0 0,0 1 0 0 0,0-1 0 0 0,-1 0 0 0 0,0 0 0 0 0,0 0 0 0 0,-1-1 0 0 0,0 0 0 0 0,1 0 0 0 0,-1 0 0 0 0,1 0 0 0 0,0 0 0 0 0,0 0 0 0 0,-1 0 0 0 0,1-1 0 0 0,0 1 0 0 0,0 0 0 0 0,1 0 0 0 0,0 0 0 0 0,1 1 0 0 0,0-1 0 0 0,1 1 0 0 0,-1 1 0 0 0,0-1 0 0 0,-1-1 0 0 0,0 0 0 0 0,-1-1 0 0 0,0-1 0 0 0,-1 0 0 0 0,0 0 0 0 0,0 0 0 0 0,0-1 0 0 0,0 1 0 0 0,1-1 0 0 0,-1 0 0 0 0,0 1 0 0 0,1-1 0 0 0,0 1 0 0 0,0-1 0 0 0,0 0 0 0 0,0 1 0 0 0,1-1 0 0 0,-1 1 0 0 0,0-1 0 0 0,1 1 0 0 0,-2-1 0 0 0,1 1 0 0 0,0-2 0 0 0,-1 1 0 0 0,1 0 0 0 0,-1-3 0 0 0,-1-1 0 0 0,1-4 0 0 0,-1-2 0 0 0,1-1 0 0 0,1-2 0 0 0,0 0 0 0 0,0 1 0 0 0,1 1 0 0 0,-1 1 0 0 0,0 0 0 0 0,-1 0 0 0 0,1 1 0 0 0,0 0 0 0 0,0 0 0 0 0,0 1 0 0 0,-1 1 0 0 0,1-1 0 0 0,-1 1 0 0 0,1 0 0 0 0,0 0 0 0 0,-1 0 0 0 0,0 1 0 0 0,0 0 0 0 0,0-1 0 0 0,0 0 0 0 0,0 0 0 0 0,0 0 0 0 0,0 0 0 0 0,0-1 0 0 0,0 1 0 0 0,-1-1 0 0 0,0 0 0 0 0,1-1 0 0 0,-1 1 0 0 0,1-1 0 0 0,-1 1 0 0 0,0-2 0 0 0,0 1 0 0 0,0 0 0 0 0,0-1 0 0 0,0 0 0 0 0,0 1 0 0 0,0 2 0 0 0,0 0 0 0 0,0 0 0 0 0,1 0 0 0 0,0 0 0 0 0,1-2 0 0 0,-1 1 0 0 0,0-1 0 0 0,1 1 0 0 0,-1 0 0 0 0,0 0 0 0 0,1 1 0 0 0,0-1 0 0 0,0 1 0 0 0,0 0 0 0 0,1 0 0 0 0,0-1 0 0 0,0 1 0 0 0,1 0 0 0 0,-1-1 0 0 0,-1 1 0 0 0,1-1 0 0 0,0 1 0 0 0,-1 0 0 0 0,0 1 0 0 0,0 0 0 0 0,0-1 0 0 0,0 2 0 0 0,0-1 0 0 0,0 0 0 0 0,-1 0 0 0 0,1 0 0 0 0,-1 1 0 0 0,0-1 0 0 0,1-1 0 0 0,-1 1 0 0 0,0-1 0 0 0,0 0 0 0 0,0 0 0 0 0,0 0 0 0 0,0 0 0 0 0,0 1 0 0 0,0 0 0 0 0,0 1 0 0 0,0 0 0 0 0,0 0 0 0 0,-1 1 0 0 0,1 0 0 0 0,-1 1 0 0 0,1-2 0 0 0,-1-1 0 0 0,1-2 0 0 0,0 0 0 0 0,1-2 0 0 0,0 1 0 0 0,1 0 0 0 0,-1-1 0 0 0,0 1 0 0 0,0 0 0 0 0,-1 0 0 0 0,1 2 0 0 0,-1-1 0 0 0,0 1 0 0 0,0 1 0 0 0,1 0 0 0 0,-1-1 0 0 0,0 1 0 0 0,0 0 0 0 0,-1 1 0 0 0,1-1 0 0 0,0 1 0 0 0,1-1 0 0 0,-1 0 0 0 0,1 0 0 0 0,0-1 0 0 0,-1 1 0 0 0,1 0 0 0 0,1 0 0 0 0,-1-1 0 0 0,0 1 0 0 0,-1-1 0 0 0,1 0 0 0 0,0 1 0 0 0,-1-1 0 0 0,0 1 0 0 0,0 0 0 0 0,0 1 0 0 0,-1 1 0 0 0,0-1 0 0 0,0 1 0 0 0,1 0 0 0 0,-1 0 0 0 0,1 0 0 0 0,0 0 0 0 0,0 0 0 0 0,1-1 0 0 0,-1 1 0 0 0,1-2 0 0 0,-1 1 0 0 0,1 0 0 0 0,-1 0 0 0 0,1 0 0 0 0,-1 0 0 0 0,0 0 0 0 0,1 1 0 0 0,-1-1 0 0 0,1-1 0 0 0,-1 1 0 0 0,1 0 0 0 0,-2-1 0 0 0,1 1 0 0 0,-1 1 0 0 0,1 0 0 0 0,-1 0 0 0 0,0 0 0 0 0,1 1 0 0 0,-1-1 0 0 0,0 0 0 0 0,0 1 0 0 0,0-1 0 0 0,0 0 0 0 0,0 1 0 0 0,0 0 0 0 0,0-1 0 0 0,0 1 0 0 0,0 0 0 0 0,0 0 0 0 0,0 0 0 0 0,0 0 0 0 0,0 0 0 0 0,0 0 0 0 0,0 4 0 0 0,1 3 0 0 0,1 5 0 0 0,2 4 0 0 0,1 1 0 0 0,0 2 0 0 0,0-1 0 0 0,0 0 0 0 0,-1-1 0 0 0,-1 0 0 0 0,0-2 0 0 0,0-1 0 0 0,-2-2 0 0 0,1 0 0 0 0,-1 0 0 0 0,1-1 0 0 0,-1-1 0 0 0,0 0 0 0 0,0-1 0 0 0,0 0 0 0 0,0 0 0 0 0,0 0 0 0 0,0 0 0 0 0,-1 0 0 0 0,0 0 0 0 0,1 0 0 0 0,-1-1 0 0 0,1 0 0 0 0,-1-1 0 0 0,0 0 0 0 0,1 1 0 0 0,0 0 0 0 0,0 1 0 0 0,1 0 0 0 0,0 1 0 0 0,0 0 0 0 0,0 0 0 0 0,-1-1 0 0 0,1 0 0 0 0,-1-1 0 0 0,0 0 0 0 0,0-1 0 0 0,0 1 0 0 0,0-1 0 0 0,0 1 0 0 0,0 0 0 0 0,0 0 0 0 0,0 0 0 0 0,-1-1 0 0 0,1 0 0 0 0,-1 0 0 0 0,0-1 0 0 0,1 1 0 0 0,-1 0 0 0 0,0-1 0 0 0,1 1 0 0 0,-1-1 0 0 0,0 1 0 0 0,1 0 0 0 0,0 0 0 0 0,-1 0 0 0 0,1 1 0 0 0,0 0 0 0 0,0-1 0 0 0,0 0 0 0 0,0 1 0 0 0,0-2 0 0 0,0 1 0 0 0,0 0 0 0 0,0-1 0 0 0,0 1 0 0 0,0-1 0 0 0,1-1 0 0 0,-1 1 0 0 0,2 0 0 0 0,-1 0 0 0 0,0 1 0 0 0,0 0 0 0 0,1 0 0 0 0,-1 0 0 0 0,0 0 0 0 0,0 0 0 0 0,-1-1 0 0 0,0 0 0 0 0,0 0 0 0 0,0-1 0 0 0,0 0 0 0 0,1 0 0 0 0,-1 0 0 0 0,0 0 0 0 0,-1 1 0 0 0,1-1 0 0 0,0 0 0 0 0,0 0 0 0 0,-1 0 0 0 0,1 0 0 0 0,-1 0 0 0 0,0 0 0 0 0,0-1 0 0 0,0 0 0 0 0,1 0 0 0 0,0 0 0 0 0,1 0 0 0 0,-1 0 0 0 0,1 0 0 0 0,0 1 0 0 0,0 0 0 0 0,-1-1 0 0 0,0 1 0 0 0,0-2 0 0 0,0 1 0 0 0,0-1 0 0 0,0-1 0 0 0,0-1 0 0 0,0-1 0 0 0,1-2 0 0 0,1-1 0 0 0,0 0 0 0 0,0-1 0 0 0,0 0 0 0 0,0 0 0 0 0,-1 0 0 0 0,0 1 0 0 0,0 0 0 0 0,-1-1 0 0 0,0 0 0 0 0,0-1 0 0 0,0 0 0 0 0,-1 1 0 0 0,1 0 0 0 0,-1 0 0 0 0,0 1 0 0 0,0 0 0 0 0,0 0 0 0 0,0 1 0 0 0,-1-1 0 0 0,1 1 0 0 0,0-1 0 0 0,0 0 0 0 0,0 0 0 0 0,0 0 0 0 0,0-1 0 0 0,0 0 0 0 0,0 0 0 0 0,1 0 0 0 0,-1 0 0 0 0,1 0 0 0 0,1 0 0 0 0,-1 1 0 0 0,1-1 0 0 0,0 0 0 0 0,0 1 0 0 0,0 0 0 0 0,-1 0 0 0 0,0 0 0 0 0,0 0 0 0 0,-1 0 0 0 0,0 0 0 0 0,1-1 0 0 0,-1 1 0 0 0,0-2 0 0 0,2 0 0 0 0,-1 0 0 0 0,1-1 0 0 0,1 0 0 0 0,-1 1 0 0 0,-1 1 0 0 0,0 1 0 0 0,0 1 0 0 0,0 1 0 0 0,-1 0 0 0 0,1 0 0 0 0,-1 1 0 0 0,1 0 0 0 0,0-1 0 0 0,-1-3 0 0 0,1-1 0 0 0,0-3 0 0 0,1-1 0 0 0,0-2 0 0 0,1-1 0 0 0,-1 1 0 0 0,1 2 0 0 0,0 0 0 0 0,-1 1 0 0 0,1 1 0 0 0,0 0 0 0 0,-1 0 0 0 0,0 1 0 0 0,1 1 0 0 0,-1-1 0 0 0,0 0 0 0 0,0 1 0 0 0,0 0 0 0 0,0 1 0 0 0,-1 1 0 0 0,0 0 0 0 0,0 2 0 0 0,0-1 0 0 0,-1 2 0 0 0,0-1 0 0 0,0-1 0 0 0,0 0 0 0 0,0-1 0 0 0,0 0 0 0 0,0-1 0 0 0,0 0 0 0 0,0 0 0 0 0,0 0 0 0 0,0 0 0 0 0,0 0 0 0 0,0-1 0 0 0,1 1 0 0 0,-1 0 0 0 0,1 0 0 0 0,-1 1 0 0 0,1 0 0 0 0,0 1 0 0 0,0 1 0 0 0,1-2 0 0 0,-1 0 0 0 0,0-2 0 0 0,2 0 0 0 0,-1-2 0 0 0,1-1 0 0 0,1-1 0 0 0,0-1 0 0 0,0 1 0 0 0,0-1 0 0 0,0 2 0 0 0,-1 2 0 0 0,0 1 0 0 0,-1 1 0 0 0,0 0 0 0 0,-1 1 0 0 0,1 0 0 0 0,0-1 0 0 0,0 0 0 0 0,-1 0 0 0 0,1 1 0 0 0,-1 0 0 0 0,1 0 0 0 0,-1 1 0 0 0,0-1 0 0 0,0 1 0 0 0,0-1 0 0 0,0-1 0 0 0,0 1 0 0 0,0-1 0 0 0,0-1 0 0 0,0 1 0 0 0,0 0 0 0 0,0 0 0 0 0,1 1 0 0 0,-1-1 0 0 0,1 1 0 0 0,-1-1 0 0 0,1 1 0 0 0,0 0 0 0 0,-1 1 0 0 0,0 0 0 0 0,0 1 0 0 0,-1 1 0 0 0,1-1 0 0 0,-1 0 0 0 0,1 0 0 0 0,-1-1 0 0 0,1-1 0 0 0,-1 0 0 0 0,0 0 0 0 0,0 0 0 0 0,0 0 0 0 0,0 0 0 0 0,0 0 0 0 0,0 0 0 0 0,0 0 0 0 0,0 0 0 0 0,0 1 0 0 0,0 1 0 0 0,0 0 0 0 0,0 0 0 0 0,0 1 0 0 0,0 0 0 0 0,0 0 0 0 0,0 0 0 0 0,1-1 0 0 0,-1 1 0 0 0,1 0 0 0 0,-1 0 0 0 0,0 0 0 0 0,0 0 0 0 0,0-1 0 0 0,0 0 0 0 0,0 0 0 0 0,1 0 0 0 0,1-1 0 0 0,0 0 0 0 0,0-1 0 0 0,1 0 0 0 0,0-1 0 0 0,0 0 0 0 0,0 1 0 0 0,-1 0 0 0 0,1 1 0 0 0,0-1 0 0 0,1 0 0 0 0,-1 0 0 0 0,1-1 0 0 0,-1 1 0 0 0,1 0 0 0 0,-1-1 0 0 0,0 1 0 0 0,0 1 0 0 0,0-1 0 0 0,0 0 0 0 0,-1 1 0 0 0,-1 1 0 0 0,1-1 0 0 0,-1 2 0 0 0,0-1 0 0 0,0 0 0 0 0,1 0 0 0 0,-1-1 0 0 0,1 0 0 0 0,0-1 0 0 0,1 0 0 0 0,1-1 0 0 0,-1 0 0 0 0,0 0 0 0 0,0 0 0 0 0,-1 0 0 0 0,0 2 0 0 0,0-1 0 0 0,0 0 0 0 0,1 1 0 0 0,0-1 0 0 0,0 0 0 0 0,0 1 0 0 0,0-1 0 0 0,0 1 0 0 0,-1-1 0 0 0,1 0 0 0 0,0 1 0 0 0,-1-1 0 0 0,1 1 0 0 0,-2 0 0 0 0,1 1 0 0 0,0 0 0 0 0,-1 0 0 0 0,0 0 0 0 0,1 1 0 0 0,-1-1 0 0 0,0 0 0 0 0,1 0 0 0 0,-1 1 0 0 0,0-1 0 0 0,0 1 0 0 0,0 0 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7:28.269"/>
    </inkml:context>
    <inkml:brush xml:id="br0">
      <inkml:brushProperty name="width" value="0.05" units="cm"/>
      <inkml:brushProperty name="height" value="0.05" units="cm"/>
      <inkml:brushProperty name="color" value="#004F8B"/>
    </inkml:brush>
  </inkml:definitions>
  <inkml:trace contextRef="#ctx0" brushRef="#br0">10823 5436 16383 0 0,'0'0'0'0'0,"0"-1"0"0"0,0-1 0 0 0,0-2 0 0 0,-1-3 0 0 0,0-1 0 0 0,-1-2 0 0 0,0 0 0 0 0,-1-2 0 0 0,1 1 0 0 0,0-1 0 0 0,1 2 0 0 0,0 0 0 0 0,0 1 0 0 0,0 1 0 0 0,0 0 0 0 0,-1 1 0 0 0,1 1 0 0 0,-1-1 0 0 0,1 1 0 0 0,-1-1 0 0 0,-1 0 0 0 0,1 0 0 0 0,0 0 0 0 0,0-1 0 0 0,0 0 0 0 0,0 1 0 0 0,0 1 0 0 0,0-1 0 0 0,1 0 0 0 0,0-1 0 0 0,0 0 0 0 0,1 1 0 0 0,-1-1 0 0 0,1 1 0 0 0,0 0 0 0 0,1 0 0 0 0,-1 0 0 0 0,0 1 0 0 0,0 0 0 0 0,0 0 0 0 0,0 2 0 0 0,0-1 0 0 0,0 0 0 0 0,0 1 0 0 0,0 0 0 0 0,0 0 0 0 0,0 0 0 0 0,0 0 0 0 0,0-1 0 0 0,0 1 0 0 0,0 0 0 0 0,0 0 0 0 0,0 0 0 0 0,0 0 0 0 0,0 1 0 0 0,0-1 0 0 0,0 1 0 0 0,0-1 0 0 0,0 1 0 0 0,0-1 0 0 0,0 0 0 0 0,0-1 0 0 0,0 0 0 0 0,0 0 0 0 0,0-1 0 0 0,0 0 0 0 0,0 0 0 0 0,0-1 0 0 0,0 0 0 0 0,0 0 0 0 0,0 0 0 0 0,0 0 0 0 0,0 0 0 0 0,0 0 0 0 0,0 1 0 0 0,0-1 0 0 0,-1 2 0 0 0,1-1 0 0 0,-1 0 0 0 0,0 0 0 0 0,0-1 0 0 0,1 1 0 0 0,-1-1 0 0 0,0 1 0 0 0,0 1 0 0 0,1-1 0 0 0,-1 1 0 0 0,0 1 0 0 0,1 0 0 0 0,-1-1 0 0 0,0 1 0 0 0,0-2 0 0 0,0 1 0 0 0,0-1 0 0 0,0 1 0 0 0,1 0 0 0 0,-1 0 0 0 0,1 1 0 0 0,-1 0 0 0 0,1 0 0 0 0,0 0 0 0 0,0 0 0 0 0,0 1 0 0 0,0-1 0 0 0,0 0 0 0 0,0-2 0 0 0,0-1 0 0 0,-1-2 0 0 0,-1 1 0 0 0,1-1 0 0 0,-1-1 0 0 0,0 1 0 0 0,1 0 0 0 0,0 1 0 0 0,0 0 0 0 0,0 2 0 0 0,0-1 0 0 0,0 1 0 0 0,0 0 0 0 0,0 0 0 0 0,0 0 0 0 0,0-1 0 0 0,1 1 0 0 0,-2-1 0 0 0,1 1 0 0 0,0-1 0 0 0,0 1 0 0 0,-1 0 0 0 0,1 0 0 0 0,-1 0 0 0 0,1-1 0 0 0,-1 0 0 0 0,0 0 0 0 0,1 0 0 0 0,0 0 0 0 0,0-1 0 0 0,0-1 0 0 0,1 0 0 0 0,0 1 0 0 0,0-1 0 0 0,0 1 0 0 0,0 1 0 0 0,0 0 0 0 0,0 1 0 0 0,1 0 0 0 0,-1-1 0 0 0,0 1 0 0 0,0 1 0 0 0,1 0 0 0 0,-1 0 0 0 0,1 1 0 0 0,-1-1 0 0 0,0 1 0 0 0,0 0 0 0 0,0 0 0 0 0,0 0 0 0 0,0 0 0 0 0,0-1 0 0 0,0 0 0 0 0,0 0 0 0 0,0-1 0 0 0,0 0 0 0 0,0 0 0 0 0,0 0 0 0 0,0 0 0 0 0,0-1 0 0 0,0 2 0 0 0,0 0 0 0 0,0 0 0 0 0,0 1 0 0 0,0 0 0 0 0,0 0 0 0 0,0 0 0 0 0,0 1 0 0 0,0-1 0 0 0,0-2 0 0 0,0 0 0 0 0,0-1 0 0 0,-1-1 0 0 0,0 0 0 0 0,0-1 0 0 0,0 1 0 0 0,0 0 0 0 0,-1 0 0 0 0,0-1 0 0 0,0 1 0 0 0,0-1 0 0 0,1-1 0 0 0,-1-1 0 0 0,1 1 0 0 0,0 0 0 0 0,0 1 0 0 0,-1 0 0 0 0,1 1 0 0 0,0 1 0 0 0,0-1 0 0 0,0 1 0 0 0,0 0 0 0 0,0 0 0 0 0,1 0 0 0 0,-1 0 0 0 0,1-1 0 0 0,0 1 0 0 0,0 0 0 0 0,-1-1 0 0 0,1 1 0 0 0,0 1 0 0 0,-1 0 0 0 0,1 0 0 0 0,0 0 0 0 0,0 0 0 0 0,0 0 0 0 0,0 1 0 0 0,0-1 0 0 0,0 1 0 0 0,0 0 0 0 0,0 0 0 0 0,0 0 0 0 0,0 1 0 0 0,0 0 0 0 0,0-1 0 0 0,0 1 0 0 0,0-1 0 0 0,0-1 0 0 0,0 1 0 0 0,0-1 0 0 0,0-1 0 0 0,0 1 0 0 0,0-1 0 0 0,0 0 0 0 0,0 0 0 0 0,0 0 0 0 0,0 1 0 0 0,0-1 0 0 0,0 1 0 0 0,0-1 0 0 0,0 0 0 0 0,0 1 0 0 0,0-1 0 0 0,-1 0 0 0 0,1 1 0 0 0,-2 0 0 0 0,1 0 0 0 0,0 0 0 0 0,0 1 0 0 0,1-1 0 0 0,-1 0 0 0 0,1 0 0 0 0,0 0 0 0 0,0-1 0 0 0,0 1 0 0 0,0 1 0 0 0,0-1 0 0 0,0 1 0 0 0,0 0 0 0 0,0 1 0 0 0,0-1 0 0 0,0 1 0 0 0,0 1 0 0 0,0-1 0 0 0,0 1 0 0 0,0 0 0 0 0,0 0 0 0 0,0 0 0 0 0,0 1 0 0 0,0-1 0 0 0,0-1 0 0 0,0 1 0 0 0,0 0 0 0 0,0 0 0 0 0,0 0 0 0 0,0 0 0 0 0,0 1 0 0 0,0-1 0 0 0,0 1 0 0 0,0-1 0 0 0,0 0 0 0 0,0 0 0 0 0,0 1 0 0 0,0-2 0 0 0,0 1 0 0 0,0-2 0 0 0,0-1 0 0 0,0-1 0 0 0,0-1 0 0 0,0 0 0 0 0,0 1 0 0 0,0-1 0 0 0,0 1 0 0 0,0-1 0 0 0,0 0 0 0 0,0 0 0 0 0,0 0 0 0 0,0 1 0 0 0,0 1 0 0 0,0 0 0 0 0,0 0 0 0 0,0 1 0 0 0,0 0 0 0 0,0 0 0 0 0,0 1 0 0 0,0 1 0 0 0,0-1 0 0 0,0 1 0 0 0,0 0 0 0 0,-1-1 0 0 0,1 0 0 0 0,-1 0 0 0 0,1 0 0 0 0,0 0 0 0 0,0 0 0 0 0,0 0 0 0 0,0 1 0 0 0,0-1 0 0 0,0 1 0 0 0,0-1 0 0 0,0 1 0 0 0,-1-2 0 0 0,1 0 0 0 0,-1-1 0 0 0,1 0 0 0 0,0-1 0 0 0,-1 1 0 0 0,1-1 0 0 0,0 0 0 0 0,0 0 0 0 0,0 0 0 0 0,-1 1 0 0 0,1-1 0 0 0,-1 1 0 0 0,1-1 0 0 0,0 0 0 0 0,0 1 0 0 0,0 1 0 0 0,0 0 0 0 0,0 0 0 0 0,0 1 0 0 0,0 0 0 0 0,0 1 0 0 0,0 0 0 0 0,0 1 0 0 0,0-1 0 0 0,0 1 0 0 0,0-1 0 0 0,0 0 0 0 0,0 0 0 0 0,0 0 0 0 0,0 0 0 0 0,0-1 0 0 0,0 1 0 0 0,0 0 0 0 0,0 0 0 0 0,0-1 0 0 0,0 0 0 0 0,0-2 0 0 0,0 0 0 0 0,0-1 0 0 0,-1-1 0 0 0,1 0 0 0 0,-1-2 0 0 0,0 0 0 0 0,0 0 0 0 0,-1 0 0 0 0,1 0 0 0 0,0 2 0 0 0,0 0 0 0 0,0 1 0 0 0,0 1 0 0 0,0-1 0 0 0,1 2 0 0 0,0-1 0 0 0,0 0 0 0 0,0 0 0 0 0,0 0 0 0 0,0-1 0 0 0,0-1 0 0 0,0 1 0 0 0,0 1 0 0 0,0 0 0 0 0,0 1 0 0 0,0 0 0 0 0,0 0 0 0 0,0 1 0 0 0,-1-1 0 0 0,1 1 0 0 0,-1 0 0 0 0,1 0 0 0 0,-1 0 0 0 0,0 0 0 0 0,1 1 0 0 0,-1-1 0 0 0,1 0 0 0 0,0 0 0 0 0,0 1 0 0 0,-1-1 0 0 0,1 0 0 0 0,-1 0 0 0 0,0 0 0 0 0,0 0 0 0 0,-1-1 0 0 0,1 1 0 0 0,0-1 0 0 0,0 0 0 0 0,1 1 0 0 0,0-1 0 0 0,0 0 0 0 0,0 1 0 0 0,0 0 0 0 0,0 0 0 0 0,0 0 0 0 0,0 0 0 0 0,0 0 0 0 0,0 0 0 0 0,0 1 0 0 0,0-1 0 0 0,0 1 0 0 0,0-1 0 0 0,0 0 0 0 0,0 1 0 0 0,0-1 0 0 0,0 0 0 0 0,0 0 0 0 0,0 0 0 0 0,0 0 0 0 0,0 0 0 0 0,0 0 0 0 0,0-1 0 0 0,0 0 0 0 0,-1-1 0 0 0,1 2 0 0 0,-1-1 0 0 0,1 1 0 0 0,-1-1 0 0 0,1 1 0 0 0,-1 0 0 0 0,0 0 0 0 0,0 0 0 0 0,0 0 0 0 0,0 0 0 0 0,0 0 0 0 0,1 0 0 0 0,-1 0 0 0 0,1 1 0 0 0,-1-1 0 0 0,1 0 0 0 0,0 0 0 0 0,-1 0 0 0 0,1-1 0 0 0,-1 1 0 0 0,1-1 0 0 0,-1 1 0 0 0,1 0 0 0 0,0 0 0 0 0,0 0 0 0 0,0 0 0 0 0,0 1 0 0 0,0-1 0 0 0,0 0 0 0 0,0 1 0 0 0,0 0 0 0 0,0-1 0 0 0,0 0 0 0 0,-1 1 0 0 0,1-1 0 0 0,-1 1 0 0 0,0-1 0 0 0,1 0 0 0 0,-1 1 0 0 0,1-1 0 0 0,-1 0 0 0 0,1 0 0 0 0,0 1 0 0 0,0 1 0 0 0,0 0 0 0 0,0-1 0 0 0,0 1 0 0 0,0 0 0 0 0,0 0 0 0 0,0 0 0 0 0,0 0 0 0 0,0 1 0 0 0,0 0 0 0 0,0 2 0 0 0,-1 1 0 0 0,0 1 0 0 0,-1 1 0 0 0,1 1 0 0 0,-1 0 0 0 0,1 0 0 0 0,0 0 0 0 0,0 0 0 0 0,-1 0 0 0 0,1 0 0 0 0,-1 1 0 0 0,0-1 0 0 0,0-1 0 0 0,1 1 0 0 0,-1-1 0 0 0,1 0 0 0 0,-1 0 0 0 0,0 0 0 0 0,1 0 0 0 0,-1-1 0 0 0,0 0 0 0 0,1 1 0 0 0,-1 0 0 0 0,1 0 0 0 0,-1-1 0 0 0,0 1 0 0 0,1 0 0 0 0,0 0 0 0 0,-1 0 0 0 0,1 0 0 0 0,-1 0 0 0 0,0 1 0 0 0,-1-2 0 0 0,1 1 0 0 0,0 0 0 0 0,0-1 0 0 0,-1 1 0 0 0,1 0 0 0 0,-1 0 0 0 0,1 0 0 0 0,0 1 0 0 0,-1-1 0 0 0,1 0 0 0 0,1 1 0 0 0,-1-1 0 0 0,0 0 0 0 0,0 1 0 0 0,0-1 0 0 0,-1 1 0 0 0,1 0 0 0 0,-1-1 0 0 0,0 1 0 0 0,1 0 0 0 0,-1-1 0 0 0,1 1 0 0 0,0-1 0 0 0,0 1 0 0 0,0-1 0 0 0,0 0 0 0 0,0 0 0 0 0,0 1 0 0 0,1-1 0 0 0,-1 1 0 0 0,1-1 0 0 0,-1-1 0 0 0,0 0 0 0 0,0 0 0 0 0,1-1 0 0 0,-1 0 0 0 0,1 1 0 0 0,0-1 0 0 0,0 0 0 0 0,0 0 0 0 0,0-1 0 0 0,1 1 0 0 0,-1 0 0 0 0,1 0 0 0 0,0 0 0 0 0,0 0 0 0 0,-1-1 0 0 0,0 1 0 0 0,0 0 0 0 0,1 0 0 0 0,-1 0 0 0 0,0 0 0 0 0,0 0 0 0 0,0-1 0 0 0,0 1 0 0 0,0-1 0 0 0,0 1 0 0 0,0-1 0 0 0,0 1 0 0 0,0-1 0 0 0,-1 1 0 0 0,1-1 0 0 0,0 0 0 0 0,0 1 0 0 0,0-1 0 0 0,1 1 0 0 0,0 0 0 0 0,0 0 0 0 0,0 0 0 0 0,0 1 0 0 0,0 1 0 0 0,0-1 0 0 0,0 1 0 0 0,0-1 0 0 0,0 1 0 0 0,0 0 0 0 0,-1 0 0 0 0,0 0 0 0 0,0-1 0 0 0,1 0 0 0 0,-1 0 0 0 0,0 0 0 0 0,0 0 0 0 0,0 0 0 0 0,1 0 0 0 0,-1 0 0 0 0,1 0 0 0 0,-1 0 0 0 0,1 0 0 0 0,-1 1 0 0 0,0-1 0 0 0,0 1 0 0 0,0-1 0 0 0,0 0 0 0 0,0 0 0 0 0,1 0 0 0 0,-1 0 0 0 0,0 0 0 0 0,0-1 0 0 0,0 1 0 0 0,0 0 0 0 0,1 0 0 0 0,-1-1 0 0 0,1 2 0 0 0,-1-1 0 0 0,0 0 0 0 0,0 0 0 0 0,0 0 0 0 0,0 0 0 0 0,0 0 0 0 0,1 1 0 0 0,-1-1 0 0 0,1 1 0 0 0,-1 0 0 0 0,0 1 0 0 0,0-1 0 0 0,0 0 0 0 0,0 0 0 0 0,0 1 0 0 0,0-1 0 0 0,-1 0 0 0 0,1 1 0 0 0,0-1 0 0 0,-1 0 0 0 0,1-1 0 0 0,0 1 0 0 0,0 0 0 0 0,-1 0 0 0 0,1 0 0 0 0,0-1 0 0 0,0 1 0 0 0,0-1 0 0 0,0 1 0 0 0,0 0 0 0 0,0-1 0 0 0,0 1 0 0 0,0 0 0 0 0,0-1 0 0 0,0 1 0 0 0,0 0 0 0 0,0 0 0 0 0,0 0 0 0 0,0 0 0 0 0,0 1 0 0 0,0-1 0 0 0,-1 1 0 0 0,1-1 0 0 0,0 1 0 0 0,0 0 0 0 0,-1-1 0 0 0,1 1 0 0 0,-1 0 0 0 0,1-1 0 0 0,-1 1 0 0 0,0-1 0 0 0,1 0 0 0 0,0 0 0 0 0,0-1 0 0 0,0 1 0 0 0,0 1 0 0 0,0-1 0 0 0,0 0 0 0 0,0 1 0 0 0,0 1 0 0 0,-1-1 0 0 0,1 2 0 0 0,0-1 0 0 0,0 1 0 0 0,-1 1 0 0 0,1 0 0 0 0,-1-1 0 0 0,0 1 0 0 0,1-1 0 0 0,-1-1 0 0 0,0 0 0 0 0,0-1 0 0 0,1 0 0 0 0,-1-1 0 0 0,1 0 0 0 0,-1-1 0 0 0,1 1 0 0 0,0 0 0 0 0,-1 0 0 0 0,1 0 0 0 0,-1 1 0 0 0,1 0 0 0 0,-1 0 0 0 0,0 0 0 0 0,1 0 0 0 0,-1 1 0 0 0,0-1 0 0 0,1 1 0 0 0,0-1 0 0 0,-1 0 0 0 0,1 1 0 0 0,0 0 0 0 0,0 0 0 0 0,0 0 0 0 0,0 0 0 0 0,-1 0 0 0 0,1 1 0 0 0,-1 1 0 0 0,0 0 0 0 0,1 1 0 0 0,-1-1 0 0 0,0-1 0 0 0,0 0 0 0 0,0 0 0 0 0,1-1 0 0 0,-1 0 0 0 0,1 1 0 0 0,-1-1 0 0 0,0 1 0 0 0,0-1 0 0 0,1 0 0 0 0,-1 0 0 0 0,1 0 0 0 0,-1 0 0 0 0,1 0 0 0 0,0 0 0 0 0,0 0 0 0 0,-1 1 0 0 0,1 0 0 0 0,-1 0 0 0 0,0 0 0 0 0,1 0 0 0 0,0-1 0 0 0,0 1 0 0 0,0-1 0 0 0,0-1 0 0 0,0 1 0 0 0,0 0 0 0 0,0 1 0 0 0,0-1 0 0 0,0 1 0 0 0,0 0 0 0 0,0 0 0 0 0,0-1 0 0 0,0 1 0 0 0,0 0 0 0 0,1 0 0 0 0,-1 0 0 0 0,0-1 0 0 0,0 0 0 0 0,-1 0 0 0 0,1 1 0 0 0,-1 0 0 0 0,0 1 0 0 0,1 2 0 0 0,0 2 0 0 0,-1 2 0 0 0,0-1 0 0 0,0 1 0 0 0,-1-2 0 0 0,1 0 0 0 0,-1-1 0 0 0,1-1 0 0 0,0 0 0 0 0,0 0 0 0 0,0-1 0 0 0,-1 0 0 0 0,1 0 0 0 0,-1 0 0 0 0,0 1 0 0 0,0-2 0 0 0,0 0 0 0 0,1-1 0 0 0,1-1 0 0 0,-1 0 0 0 0,1 0 0 0 0,0-1 0 0 0,0 1 0 0 0,0 0 0 0 0,0-1 0 0 0,-1 2 0 0 0,1 0 0 0 0,-1 1 0 0 0,1 0 0 0 0,-1 1 0 0 0,0-1 0 0 0,0-1 0 0 0,1-1 0 0 0,-1-1 0 0 0,0 0 0 0 0,1 0 0 0 0,-1 0 0 0 0,1 0 0 0 0,-1 1 0 0 0,0-1 0 0 0,0 1 0 0 0,0 0 0 0 0,0 0 0 0 0,0 1 0 0 0,0 0 0 0 0,0 0 0 0 0,1 0 0 0 0,-1-1 0 0 0,1 1 0 0 0,-1-1 0 0 0,1 1 0 0 0,0 0 0 0 0,-1 1 0 0 0,1 0 0 0 0,-1 0 0 0 0,1 1 0 0 0,0-1 0 0 0,-1 0 0 0 0,1 0 0 0 0,0 0 0 0 0,-1-1 0 0 0,1-1 0 0 0,0 0 0 0 0,0 0 0 0 0,0-1 0 0 0,0 0 0 0 0,0-1 0 0 0,0 1 0 0 0,1 0 0 0 0,-1-1 0 0 0,1 1 0 0 0,0 0 0 0 0,0 1 0 0 0,0 1 0 0 0,0 1 0 0 0,0 2 0 0 0,0-1 0 0 0,-1 1 0 0 0,1-2 0 0 0,-1-1 0 0 0,1 0 0 0 0,-1-1 0 0 0,0 0 0 0 0,1-1 0 0 0,-1 1 0 0 0,0 0 0 0 0,-1 0 0 0 0,1 0 0 0 0,0-1 0 0 0,-1 1 0 0 0,1-1 0 0 0,-1 0 0 0 0,1 0 0 0 0,0 0 0 0 0,-1-1 0 0 0,1 1 0 0 0,0-1 0 0 0,0 1 0 0 0,0-1 0 0 0,0-1 0 0 0,0 0 0 0 0,0-1 0 0 0,0 0 0 0 0,0-1 0 0 0,0 1 0 0 0,0-1 0 0 0,0 0 0 0 0,0 1 0 0 0,-1 0 0 0 0,1 0 0 0 0,-1 1 0 0 0,0 1 0 0 0,-1-1 0 0 0,0 2 0 0 0,0 0 0 0 0,-1 1 0 0 0,1 0 0 0 0,-1 1 0 0 0,0-1 0 0 0,1-1 0 0 0,-1 1 0 0 0,1-1 0 0 0,1-1 0 0 0,-1 1 0 0 0,0 0 0 0 0,-1 0 0 0 0,0 0 0 0 0,0 1 0 0 0,0-1 0 0 0,0-1 0 0 0,0 1 0 0 0,1 0 0 0 0,0-1 0 0 0,0 0 0 0 0,1 0 0 0 0,0 1 0 0 0,-1-1 0 0 0,1 0 0 0 0,-1 1 0 0 0,1-1 0 0 0,0 0 0 0 0,-1 0 0 0 0,1-1 0 0 0,-1 0 0 0 0,1 0 0 0 0,0 0 0 0 0,0 1 0 0 0,0 0 0 0 0,0 0 0 0 0,0 0 0 0 0,0-1 0 0 0,0 0 0 0 0,1-1 0 0 0,0 1 0 0 0,-1-2 0 0 0,1 1 0 0 0,0 0 0 0 0,-1 0 0 0 0,1 0 0 0 0,-1 0 0 0 0,0 0 0 0 0,0 1 0 0 0,0-1 0 0 0,0 1 0 0 0,0-1 0 0 0,0 0 0 0 0,0 0 0 0 0,1 1 0 0 0,-1-1 0 0 0,1 1 0 0 0,-1-1 0 0 0,0 1 0 0 0,1 0 0 0 0,-1 0 0 0 0,-1-1 0 0 0,1 1 0 0 0,0 0 0 0 0,1 1 0 0 0,0 2 0 0 0,0 3 0 0 0,-1 2 0 0 0,0 2 0 0 0,0 0 0 0 0,-1-1 0 0 0,0 0 0 0 0,-1-2 0 0 0,1-1 0 0 0,0-1 0 0 0,0 0 0 0 0,1 1 0 0 0,-1-1 0 0 0,0-1 0 0 0,1 1 0 0 0,-1 0 0 0 0,1-1 0 0 0,0 1 0 0 0,0-1 0 0 0,0 0 0 0 0,0 0 0 0 0,0 0 0 0 0,0 0 0 0 0,0 0 0 0 0,0 0 0 0 0,-1-1 0 0 0,1 0 0 0 0,0 0 0 0 0,0 0 0 0 0,1 0 0 0 0,-1 0 0 0 0,0-1 0 0 0,0 1 0 0 0,0-1 0 0 0,-1 1 0 0 0,1 0 0 0 0,0 1 0 0 0,-1 0 0 0 0,1 1 0 0 0,-1-1 0 0 0,1 0 0 0 0,0 0 0 0 0,0-1 0 0 0,0 1 0 0 0,0 0 0 0 0,0 0 0 0 0,0 0 0 0 0,0-1 0 0 0,-1 0 0 0 0,2 0 0 0 0,-1-1 0 0 0,0 0 0 0 0,0 1 0 0 0,0 0 0 0 0,-1 0 0 0 0,1 1 0 0 0,0-1 0 0 0,-1 0 0 0 0,1-1 0 0 0,0 0 0 0 0,1 0 0 0 0,-1 0 0 0 0,0-1 0 0 0,0 1 0 0 0,0-1 0 0 0,0-1 0 0 0,1 0 0 0 0,-1 0 0 0 0,1 0 0 0 0,0 0 0 0 0,0-1 0 0 0,1 1 0 0 0,-1 0 0 0 0,0 0 0 0 0,0 0 0 0 0,1 0 0 0 0,-2 0 0 0 0,1 2 0 0 0,0-2 0 0 0,-1 0 0 0 0,1-2 0 0 0,0-3 0 0 0,0-3 0 0 0,0-3 0 0 0,0-1 0 0 0,0-2 0 0 0,-1-1 0 0 0,0 1 0 0 0,1 0 0 0 0,-1 0 0 0 0,0 1 0 0 0,1 0 0 0 0,-1 1 0 0 0,1 0 0 0 0,0 1 0 0 0,0 0 0 0 0,0 1 0 0 0,0 0 0 0 0,0 0 0 0 0,1 0 0 0 0,-1 0 0 0 0,1 0 0 0 0,0 1 0 0 0,0-1 0 0 0,-1 1 0 0 0,1 1 0 0 0,-1-1 0 0 0,0 1 0 0 0,0 0 0 0 0,1 0 0 0 0,-1 0 0 0 0,1 0 0 0 0,-1 0 0 0 0,1 0 0 0 0,-1 0 0 0 0,0 0 0 0 0,0 1 0 0 0,0-1 0 0 0,0 0 0 0 0,1 0 0 0 0,0-1 0 0 0,-1 0 0 0 0,1-1 0 0 0,0 2 0 0 0,0-1 0 0 0,0 1 0 0 0,0 1 0 0 0,-1-1 0 0 0,1 1 0 0 0,-1-1 0 0 0,1 0 0 0 0,0-1 0 0 0,0-1 0 0 0,0 0 0 0 0,0-1 0 0 0,0 0 0 0 0,0 1 0 0 0,0 0 0 0 0,0 0 0 0 0,0 1 0 0 0,0 0 0 0 0,0 0 0 0 0,0 0 0 0 0,0 1 0 0 0,0-1 0 0 0,0 0 0 0 0,0 1 0 0 0,0 0 0 0 0,0-1 0 0 0,0 1 0 0 0,0-1 0 0 0,0 0 0 0 0,0 0 0 0 0,0 0 0 0 0,0 0 0 0 0,0-1 0 0 0,0 1 0 0 0,0 0 0 0 0,0 1 0 0 0,0-1 0 0 0,0 0 0 0 0,0 1 0 0 0,0 0 0 0 0,0-1 0 0 0,0 1 0 0 0,0-1 0 0 0,0 0 0 0 0,0 1 0 0 0,-1-2 0 0 0,-1 1 0 0 0,1-1 0 0 0,-2 0 0 0 0,1 0 0 0 0,0 0 0 0 0,0 1 0 0 0,1-1 0 0 0,0 0 0 0 0,0 0 0 0 0,0 0 0 0 0,0 0 0 0 0,0 1 0 0 0,0-1 0 0 0,-1 0 0 0 0,1 1 0 0 0,0-1 0 0 0,0 0 0 0 0,0 0 0 0 0,1 0 0 0 0,-1 1 0 0 0,1-1 0 0 0,0 0 0 0 0,0 0 0 0 0,0 1 0 0 0,0-1 0 0 0,-1 0 0 0 0,1 0 0 0 0,-1 0 0 0 0,1 0 0 0 0,-1 1 0 0 0,0 0 0 0 0,1 0 0 0 0,-1 0 0 0 0,0 0 0 0 0,0 0 0 0 0,0 1 0 0 0,1-1 0 0 0,-1 1 0 0 0,0 0 0 0 0,0 1 0 0 0,-1-1 0 0 0,1 0 0 0 0,0 0 0 0 0,0 0 0 0 0,0-1 0 0 0,0 1 0 0 0,0-1 0 0 0,1-1 0 0 0,0-1 0 0 0,0 0 0 0 0,0 0 0 0 0,0-1 0 0 0,0 1 0 0 0,0 0 0 0 0,-1 0 0 0 0,0 0 0 0 0,0 0 0 0 0,-1-1 0 0 0,1 1 0 0 0,0-1 0 0 0,0-1 0 0 0,0-1 0 0 0,0 1 0 0 0,0 0 0 0 0,-1 0 0 0 0,1 1 0 0 0,0 0 0 0 0,0-1 0 0 0,0 0 0 0 0,0 0 0 0 0,0-2 0 0 0,0 1 0 0 0,0-1 0 0 0,-1-1 0 0 0,1 1 0 0 0,0-1 0 0 0,1 1 0 0 0,-1 2 0 0 0,1 1 0 0 0,-1 3 0 0 0,0 1 0 0 0,0 0 0 0 0,0 1 0 0 0,-1-1 0 0 0,1 0 0 0 0,-2 0 0 0 0,1 0 0 0 0,0 0 0 0 0,1-1 0 0 0,-1 0 0 0 0,1-1 0 0 0,0 1 0 0 0,0-1 0 0 0,1 1 0 0 0,0-1 0 0 0,0 1 0 0 0,0 0 0 0 0,0 0 0 0 0,0 1 0 0 0,0-1 0 0 0,0 1 0 0 0,0-1 0 0 0,0 2 0 0 0,0-1 0 0 0,-1 0 0 0 0,0-1 0 0 0,0 0 0 0 0,-1 0 0 0 0,1-1 0 0 0,0 0 0 0 0,1 1 0 0 0,0 0 0 0 0,0 0 0 0 0,0 0 0 0 0,0-1 0 0 0,0 1 0 0 0,0-1 0 0 0,0 0 0 0 0,0-1 0 0 0,0 0 0 0 0,0-1 0 0 0,0 1 0 0 0,0 0 0 0 0,0 1 0 0 0,0 1 0 0 0,0-1 0 0 0,0-1 0 0 0,-1 0 0 0 0,1 0 0 0 0,-1 0 0 0 0,0 0 0 0 0,0 1 0 0 0,0 1 0 0 0,1 0 0 0 0,0 0 0 0 0,-1 2 0 0 0,1-1 0 0 0,-2 1 0 0 0,0-1 0 0 0,-2 0 0 0 0,-1-1 0 0 0,0 0 0 0 0,-1 0 0 0 0,0 2 0 0 0,1 1 0 0 0,2 1 0 0 0,0-1 0 0 0,2-1 0 0 0,0-1 0 0 0,1-1 0 0 0,0-2 0 0 0,1-2 0 0 0,-1 0 0 0 0,0-1 0 0 0,0-1 0 0 0,-1 0 0 0 0,0 0 0 0 0,0-1 0 0 0,0-2 0 0 0,0 0 0 0 0,1 0 0 0 0,0-1 0 0 0,0-1 0 0 0,0 1 0 0 0,0-1 0 0 0,0 0 0 0 0,0 0 0 0 0,0 1 0 0 0,0 0 0 0 0,0 3 0 0 0,0 0 0 0 0,0 1 0 0 0,0 2 0 0 0,0 0 0 0 0,-1 2 0 0 0,1 0 0 0 0,-2 1 0 0 0,1-1 0 0 0,-1 1 0 0 0,0 0 0 0 0,0-1 0 0 0,0 1 0 0 0,0-2 0 0 0,0-1 0 0 0,1-2 0 0 0,-1 0 0 0 0,0-1 0 0 0,1 1 0 0 0,0 0 0 0 0,-1 0 0 0 0,1-1 0 0 0,1 1 0 0 0,-1 0 0 0 0,1 0 0 0 0,0 1 0 0 0,-1 0 0 0 0,1-1 0 0 0,-1 1 0 0 0,1-1 0 0 0,0 1 0 0 0,-1 0 0 0 0,0 0 0 0 0,0 1 0 0 0,0 1 0 0 0,0 1 0 0 0,-1-1 0 0 0,0 1 0 0 0,0-1 0 0 0,0-1 0 0 0,1 0 0 0 0,0-2 0 0 0,0 0 0 0 0,0-1 0 0 0,1-1 0 0 0,-1 0 0 0 0,0 1 0 0 0,0 0 0 0 0,-1 0 0 0 0,0 0 0 0 0,-1 0 0 0 0,1-1 0 0 0,-1 0 0 0 0,0 1 0 0 0,0 0 0 0 0,1 1 0 0 0,-1 1 0 0 0,0 0 0 0 0,1 0 0 0 0,0 0 0 0 0,0-1 0 0 0,-1-1 0 0 0,0-2 0 0 0,-1 0 0 0 0,1-2 0 0 0,-1 0 0 0 0,1 0 0 0 0,0-1 0 0 0,0 1 0 0 0,-1 0 0 0 0,0-2 0 0 0,-1 0 0 0 0,0-2 0 0 0,1 2 0 0 0,1-1 0 0 0,0 0 0 0 0,2 0 0 0 0,0-1 0 0 0,0-1 0 0 0,1 0 0 0 0,0 3 0 0 0,1 1 0 0 0,-1 3 0 0 0,0 3 0 0 0,0 1 0 0 0,0 1 0 0 0,0 0 0 0 0,0 1 0 0 0,0 1 0 0 0,0 1 0 0 0,-1-1 0 0 0,1 0 0 0 0,-1 1 0 0 0,1 0 0 0 0,-1 1 0 0 0,1 1 0 0 0,-1 0 0 0 0,1-1 0 0 0,0-1 0 0 0,0-2 0 0 0,-1-1 0 0 0,1 0 0 0 0,0 0 0 0 0,-1 0 0 0 0,-2 0 0 0 0,0 0 0 0 0,-1 0 0 0 0,0 1 0 0 0,0 1 0 0 0,1 0 0 0 0,0 0 0 0 0,2 1 0 0 0,0 0 0 0 0,1 0 0 0 0,0 1 0 0 0,0 1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BF3A98-E761-40D1-8A79-2D654DEC3CA7}" type="datetimeFigureOut">
              <a:rPr lang="en-GB" smtClean="0"/>
              <a:t>29/10/2026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344735-93C7-406E-9B56-FB83E639605F}" type="slidenum">
              <a:rPr lang="en-GB" smtClean="0"/>
              <a:t>‹#›</a:t>
            </a:fld>
            <a:endParaRPr lang="en-GB"/>
          </a:p>
        </p:txBody>
      </p:sp>
    </p:spTree>
    <p:extLst>
      <p:ext uri="{BB962C8B-B14F-4D97-AF65-F5344CB8AC3E}">
        <p14:creationId xmlns:p14="http://schemas.microsoft.com/office/powerpoint/2010/main" val="597620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3487D9-27C3-B248-A66B-A52F22872C31}" type="slidenum">
              <a:rPr lang="en-US" smtClean="0"/>
              <a:t>2</a:t>
            </a:fld>
            <a:endParaRPr lang="en-US"/>
          </a:p>
        </p:txBody>
      </p:sp>
    </p:spTree>
    <p:extLst>
      <p:ext uri="{BB962C8B-B14F-4D97-AF65-F5344CB8AC3E}">
        <p14:creationId xmlns:p14="http://schemas.microsoft.com/office/powerpoint/2010/main" val="1659864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344735-93C7-406E-9B56-FB83E639605F}" type="slidenum">
              <a:rPr lang="en-GB" smtClean="0"/>
              <a:t>4</a:t>
            </a:fld>
            <a:endParaRPr lang="en-GB"/>
          </a:p>
        </p:txBody>
      </p:sp>
    </p:spTree>
    <p:extLst>
      <p:ext uri="{BB962C8B-B14F-4D97-AF65-F5344CB8AC3E}">
        <p14:creationId xmlns:p14="http://schemas.microsoft.com/office/powerpoint/2010/main" val="3806128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344735-93C7-406E-9B56-FB83E639605F}" type="slidenum">
              <a:rPr lang="en-GB" smtClean="0"/>
              <a:t>5</a:t>
            </a:fld>
            <a:endParaRPr lang="en-GB"/>
          </a:p>
        </p:txBody>
      </p:sp>
    </p:spTree>
    <p:extLst>
      <p:ext uri="{BB962C8B-B14F-4D97-AF65-F5344CB8AC3E}">
        <p14:creationId xmlns:p14="http://schemas.microsoft.com/office/powerpoint/2010/main" val="2557671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344735-93C7-406E-9B56-FB83E639605F}" type="slidenum">
              <a:rPr lang="en-GB" smtClean="0"/>
              <a:t>6</a:t>
            </a:fld>
            <a:endParaRPr lang="en-GB"/>
          </a:p>
        </p:txBody>
      </p:sp>
    </p:spTree>
    <p:extLst>
      <p:ext uri="{BB962C8B-B14F-4D97-AF65-F5344CB8AC3E}">
        <p14:creationId xmlns:p14="http://schemas.microsoft.com/office/powerpoint/2010/main" val="2294341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DA771-BF5D-B6C8-0D65-237F4CF8F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CB1253-E572-409A-F2E1-56ADB1FDBE1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FFB3D49-46AA-2072-74E5-7C6829F4D85E}"/>
              </a:ext>
            </a:extLst>
          </p:cNvPr>
          <p:cNvSpPr>
            <a:spLocks noGrp="1"/>
          </p:cNvSpPr>
          <p:nvPr>
            <p:ph type="body" idx="1"/>
          </p:nvPr>
        </p:nvSpPr>
        <p:spPr/>
        <p:txBody>
          <a:bodyPr/>
          <a:lstStyle/>
          <a:p>
            <a:pPr marL="285750" indent="-285750">
              <a:spcAft>
                <a:spcPts val="600"/>
              </a:spcAft>
              <a:buClr>
                <a:srgbClr val="FF0000"/>
              </a:buClr>
              <a:buFont typeface="Wingdings" panose="05000000000000000000" pitchFamily="2" charset="2"/>
              <a:buChar char="§"/>
            </a:pPr>
            <a:endParaRPr lang="en-GB" sz="1050" dirty="0">
              <a:cs typeface="Calibri" panose="020F0502020204030204"/>
            </a:endParaRPr>
          </a:p>
        </p:txBody>
      </p:sp>
      <p:sp>
        <p:nvSpPr>
          <p:cNvPr id="4" name="Slide Number Placeholder 3">
            <a:extLst>
              <a:ext uri="{FF2B5EF4-FFF2-40B4-BE49-F238E27FC236}">
                <a16:creationId xmlns:a16="http://schemas.microsoft.com/office/drawing/2014/main" id="{E9939A86-1EC1-538C-6C61-01E52AB6AB01}"/>
              </a:ext>
            </a:extLst>
          </p:cNvPr>
          <p:cNvSpPr>
            <a:spLocks noGrp="1"/>
          </p:cNvSpPr>
          <p:nvPr>
            <p:ph type="sldNum" sz="quarter" idx="5"/>
          </p:nvPr>
        </p:nvSpPr>
        <p:spPr/>
        <p:txBody>
          <a:bodyPr/>
          <a:lstStyle/>
          <a:p>
            <a:fld id="{9F344735-93C7-406E-9B56-FB83E639605F}" type="slidenum">
              <a:rPr lang="en-GB" smtClean="0"/>
              <a:t>7</a:t>
            </a:fld>
            <a:endParaRPr lang="en-GB"/>
          </a:p>
        </p:txBody>
      </p:sp>
    </p:spTree>
    <p:extLst>
      <p:ext uri="{BB962C8B-B14F-4D97-AF65-F5344CB8AC3E}">
        <p14:creationId xmlns:p14="http://schemas.microsoft.com/office/powerpoint/2010/main" val="3804667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EEC5-9CE9-F688-CC94-B236006CA39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4F2D0486-85DB-9A97-B965-19F18C8FBD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2D39ADB7-F1EF-92D3-7DA3-F9DE73E4020F}"/>
              </a:ext>
            </a:extLst>
          </p:cNvPr>
          <p:cNvSpPr>
            <a:spLocks noGrp="1"/>
          </p:cNvSpPr>
          <p:nvPr>
            <p:ph type="dt" sz="half" idx="10"/>
          </p:nvPr>
        </p:nvSpPr>
        <p:spPr/>
        <p:txBody>
          <a:bodyPr/>
          <a:lstStyle/>
          <a:p>
            <a:fld id="{8D5D83F1-BF6E-4A98-8153-BAC9ABDE7CE3}" type="datetimeFigureOut">
              <a:rPr lang="en-US" smtClean="0"/>
              <a:t>10/29/2026</a:t>
            </a:fld>
            <a:endParaRPr lang="en-US"/>
          </a:p>
        </p:txBody>
      </p:sp>
      <p:sp>
        <p:nvSpPr>
          <p:cNvPr id="5" name="Footer Placeholder 4">
            <a:extLst>
              <a:ext uri="{FF2B5EF4-FFF2-40B4-BE49-F238E27FC236}">
                <a16:creationId xmlns:a16="http://schemas.microsoft.com/office/drawing/2014/main" id="{234F1F61-B23B-8B41-482F-33566585A4B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E59B772-0EF2-E635-964D-2A67F776388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2204837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4E99E-94C2-B446-9F29-361557DCCBB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D339EF9-C36B-F97B-BD16-6EE4431556C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18C3CE3-682C-52A0-CEEA-57D4437F03B3}"/>
              </a:ext>
            </a:extLst>
          </p:cNvPr>
          <p:cNvSpPr>
            <a:spLocks noGrp="1"/>
          </p:cNvSpPr>
          <p:nvPr>
            <p:ph type="dt" sz="half" idx="10"/>
          </p:nvPr>
        </p:nvSpPr>
        <p:spPr/>
        <p:txBody>
          <a:bodyPr/>
          <a:lstStyle/>
          <a:p>
            <a:fld id="{BA576E92-E5C8-4FF8-B2BE-A516F6A1724E}" type="datetimeFigureOut">
              <a:rPr lang="en-US" smtClean="0"/>
              <a:t>10/29/2026</a:t>
            </a:fld>
            <a:endParaRPr lang="en-US"/>
          </a:p>
        </p:txBody>
      </p:sp>
      <p:sp>
        <p:nvSpPr>
          <p:cNvPr id="5" name="Footer Placeholder 4">
            <a:extLst>
              <a:ext uri="{FF2B5EF4-FFF2-40B4-BE49-F238E27FC236}">
                <a16:creationId xmlns:a16="http://schemas.microsoft.com/office/drawing/2014/main" id="{D9F5B993-1021-2E70-3517-D93E266C0F1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BA675C4-A66B-32DB-15E1-F2D062C79CD1}"/>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4284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B5281-FD79-8248-94EC-C8FFAF7C7AC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5CD65ED-EA8F-B9B9-B8F1-74A2ED7FDD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012594D-A1E2-524D-4703-4C5CDA229195}"/>
              </a:ext>
            </a:extLst>
          </p:cNvPr>
          <p:cNvSpPr>
            <a:spLocks noGrp="1"/>
          </p:cNvSpPr>
          <p:nvPr>
            <p:ph type="dt" sz="half" idx="10"/>
          </p:nvPr>
        </p:nvSpPr>
        <p:spPr/>
        <p:txBody>
          <a:bodyPr/>
          <a:lstStyle/>
          <a:p>
            <a:fld id="{06DDB232-C681-46A2-B21F-2BD21E9CA134}" type="datetimeFigureOut">
              <a:rPr lang="en-US" smtClean="0"/>
              <a:t>10/29/2026</a:t>
            </a:fld>
            <a:endParaRPr lang="en-US"/>
          </a:p>
        </p:txBody>
      </p:sp>
      <p:sp>
        <p:nvSpPr>
          <p:cNvPr id="5" name="Footer Placeholder 4">
            <a:extLst>
              <a:ext uri="{FF2B5EF4-FFF2-40B4-BE49-F238E27FC236}">
                <a16:creationId xmlns:a16="http://schemas.microsoft.com/office/drawing/2014/main" id="{3AB5E6D2-242D-031B-2780-7FE3E6E6F24F}"/>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C8CEB6B-24A2-2D6A-FD15-874B7AB2009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56711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D181-0D47-E70E-D6D9-32BB821BCE7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FAD705B-3FA0-46BD-58F9-B4DC5912589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2EA7DF4-2B8B-E41E-57D7-BEE6B08A0D1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EA5A1D21-F5F1-2D69-0A1D-F36323CDACC1}"/>
              </a:ext>
            </a:extLst>
          </p:cNvPr>
          <p:cNvSpPr>
            <a:spLocks noGrp="1"/>
          </p:cNvSpPr>
          <p:nvPr>
            <p:ph type="dt" sz="half" idx="10"/>
          </p:nvPr>
        </p:nvSpPr>
        <p:spPr/>
        <p:txBody>
          <a:bodyPr/>
          <a:lstStyle/>
          <a:p>
            <a:fld id="{30ABE26E-66F9-4E5F-9E07-CA7CDB200281}" type="datetimeFigureOut">
              <a:rPr lang="en-US" smtClean="0"/>
              <a:t>10/29/2026</a:t>
            </a:fld>
            <a:endParaRPr lang="en-US"/>
          </a:p>
        </p:txBody>
      </p:sp>
      <p:sp>
        <p:nvSpPr>
          <p:cNvPr id="6" name="Footer Placeholder 5">
            <a:extLst>
              <a:ext uri="{FF2B5EF4-FFF2-40B4-BE49-F238E27FC236}">
                <a16:creationId xmlns:a16="http://schemas.microsoft.com/office/drawing/2014/main" id="{C21E2529-D32E-7FFA-2FE1-CEC5B660888F}"/>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5A8A1CF-BA09-A048-C38A-5EDC625A579F}"/>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0288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2F073-D7B4-F340-AD0C-53FEFF8C7B5A}"/>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A5F5415F-173F-197B-8A0E-6572C18230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EACC181-F9CC-79A5-BFA6-0A8EB6430C1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C7A6220-B6F7-F66B-81DD-52F021A1C7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28D0524-1D5D-F6C8-A5E8-45B472BCE0B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BC6C26C3-AFCF-FC1F-C39D-0714E6120F3E}"/>
              </a:ext>
            </a:extLst>
          </p:cNvPr>
          <p:cNvSpPr>
            <a:spLocks noGrp="1"/>
          </p:cNvSpPr>
          <p:nvPr>
            <p:ph type="dt" sz="half" idx="10"/>
          </p:nvPr>
        </p:nvSpPr>
        <p:spPr/>
        <p:txBody>
          <a:bodyPr/>
          <a:lstStyle/>
          <a:p>
            <a:fld id="{85A1A01C-F286-49E7-998E-3D5BB613F99A}" type="datetimeFigureOut">
              <a:rPr lang="en-US" smtClean="0"/>
              <a:t>10/29/2026</a:t>
            </a:fld>
            <a:endParaRPr lang="en-US"/>
          </a:p>
        </p:txBody>
      </p:sp>
      <p:sp>
        <p:nvSpPr>
          <p:cNvPr id="8" name="Footer Placeholder 7">
            <a:extLst>
              <a:ext uri="{FF2B5EF4-FFF2-40B4-BE49-F238E27FC236}">
                <a16:creationId xmlns:a16="http://schemas.microsoft.com/office/drawing/2014/main" id="{57C65613-7AB6-974B-97C8-81312416259F}"/>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670F39A7-5523-1D88-3E7C-1B144FE56629}"/>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787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9D5FA-6C25-8D94-371A-FE0875C53C18}"/>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750A775-817D-C08C-9F46-DEA77A171D61}"/>
              </a:ext>
            </a:extLst>
          </p:cNvPr>
          <p:cNvSpPr>
            <a:spLocks noGrp="1"/>
          </p:cNvSpPr>
          <p:nvPr>
            <p:ph type="dt" sz="half" idx="10"/>
          </p:nvPr>
        </p:nvSpPr>
        <p:spPr/>
        <p:txBody>
          <a:bodyPr/>
          <a:lstStyle/>
          <a:p>
            <a:fld id="{B7CC2C0A-F771-42D9-AAB0-90C3A2B0FEAD}" type="datetimeFigureOut">
              <a:rPr lang="en-US" smtClean="0"/>
              <a:t>10/29/2026</a:t>
            </a:fld>
            <a:endParaRPr lang="en-US"/>
          </a:p>
        </p:txBody>
      </p:sp>
      <p:sp>
        <p:nvSpPr>
          <p:cNvPr id="4" name="Footer Placeholder 3">
            <a:extLst>
              <a:ext uri="{FF2B5EF4-FFF2-40B4-BE49-F238E27FC236}">
                <a16:creationId xmlns:a16="http://schemas.microsoft.com/office/drawing/2014/main" id="{003592F9-EB0F-412B-6AC0-55F07253F2B5}"/>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AB76A102-E91B-2C28-2BA7-B8780ED0274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63055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FF857D-974F-393E-0B3C-E6C2CC30B6F7}"/>
              </a:ext>
            </a:extLst>
          </p:cNvPr>
          <p:cNvSpPr>
            <a:spLocks noGrp="1"/>
          </p:cNvSpPr>
          <p:nvPr>
            <p:ph type="dt" sz="half" idx="10"/>
          </p:nvPr>
        </p:nvSpPr>
        <p:spPr/>
        <p:txBody>
          <a:bodyPr/>
          <a:lstStyle/>
          <a:p>
            <a:fld id="{2CA2A270-409D-4410-9649-B7481576446C}" type="datetimeFigureOut">
              <a:rPr lang="en-US" smtClean="0"/>
              <a:t>10/29/2026</a:t>
            </a:fld>
            <a:endParaRPr lang="en-US"/>
          </a:p>
        </p:txBody>
      </p:sp>
      <p:sp>
        <p:nvSpPr>
          <p:cNvPr id="3" name="Footer Placeholder 2">
            <a:extLst>
              <a:ext uri="{FF2B5EF4-FFF2-40B4-BE49-F238E27FC236}">
                <a16:creationId xmlns:a16="http://schemas.microsoft.com/office/drawing/2014/main" id="{CFADB5AB-98C2-E1F7-906D-A6F07C406383}"/>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969897F0-FAE3-8F2A-B19D-795BE2FF20D2}"/>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57359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EF3DB-7BAF-4A25-FC7F-DBB04E3FB4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CEB8E4A5-5C6B-6DB0-4898-00D6FD6B75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2120E97-A320-DCBE-6B92-AA48B3C68C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7120ED3-DBE5-7FC0-261E-A0100D71791C}"/>
              </a:ext>
            </a:extLst>
          </p:cNvPr>
          <p:cNvSpPr>
            <a:spLocks noGrp="1"/>
          </p:cNvSpPr>
          <p:nvPr>
            <p:ph type="dt" sz="half" idx="10"/>
          </p:nvPr>
        </p:nvSpPr>
        <p:spPr/>
        <p:txBody>
          <a:bodyPr/>
          <a:lstStyle/>
          <a:p>
            <a:fld id="{42200AA3-798A-4433-8927-6E115914B6EF}" type="datetimeFigureOut">
              <a:rPr lang="en-US" smtClean="0"/>
              <a:t>10/29/2026</a:t>
            </a:fld>
            <a:endParaRPr lang="en-US"/>
          </a:p>
        </p:txBody>
      </p:sp>
      <p:sp>
        <p:nvSpPr>
          <p:cNvPr id="6" name="Footer Placeholder 5">
            <a:extLst>
              <a:ext uri="{FF2B5EF4-FFF2-40B4-BE49-F238E27FC236}">
                <a16:creationId xmlns:a16="http://schemas.microsoft.com/office/drawing/2014/main" id="{98CDC4AC-886E-46DF-47E4-7C7F49105962}"/>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88B6EAB-04D8-249F-70D2-03F76249703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70733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C9E50-79D6-E5EE-2A9A-58DD34E9130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51419534-8692-7F52-2286-4328616D0D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3A34904-6E5A-F253-633D-B9556B3887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D7574DD-2921-4B35-E33D-470EE4624BDE}"/>
              </a:ext>
            </a:extLst>
          </p:cNvPr>
          <p:cNvSpPr>
            <a:spLocks noGrp="1"/>
          </p:cNvSpPr>
          <p:nvPr>
            <p:ph type="dt" sz="half" idx="10"/>
          </p:nvPr>
        </p:nvSpPr>
        <p:spPr/>
        <p:txBody>
          <a:bodyPr/>
          <a:lstStyle/>
          <a:p>
            <a:fld id="{36322871-0F85-43DC-99D7-CA8E7437E2EC}" type="datetimeFigureOut">
              <a:rPr lang="en-US" smtClean="0"/>
              <a:t>10/29/2026</a:t>
            </a:fld>
            <a:endParaRPr lang="en-US"/>
          </a:p>
        </p:txBody>
      </p:sp>
      <p:sp>
        <p:nvSpPr>
          <p:cNvPr id="6" name="Footer Placeholder 5">
            <a:extLst>
              <a:ext uri="{FF2B5EF4-FFF2-40B4-BE49-F238E27FC236}">
                <a16:creationId xmlns:a16="http://schemas.microsoft.com/office/drawing/2014/main" id="{39C6B8F9-10AD-88F1-205A-C4689F53553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0949D4E0-B798-939D-A581-2C07EB349462}"/>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57342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0580A-9B8B-FE80-44FD-1D888C4F9DBB}"/>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DC251B78-6B0B-EA0E-2145-987D141B581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2252F76-9478-87AF-B1BA-3707720CD9E5}"/>
              </a:ext>
            </a:extLst>
          </p:cNvPr>
          <p:cNvSpPr>
            <a:spLocks noGrp="1"/>
          </p:cNvSpPr>
          <p:nvPr>
            <p:ph type="dt" sz="half" idx="10"/>
          </p:nvPr>
        </p:nvSpPr>
        <p:spPr/>
        <p:txBody>
          <a:bodyPr/>
          <a:lstStyle/>
          <a:p>
            <a:fld id="{ED9BE5A2-57A1-4629-B29D-D386573AF9F3}" type="datetimeFigureOut">
              <a:rPr lang="en-US" smtClean="0"/>
              <a:t>10/29/2026</a:t>
            </a:fld>
            <a:endParaRPr lang="en-US"/>
          </a:p>
        </p:txBody>
      </p:sp>
      <p:sp>
        <p:nvSpPr>
          <p:cNvPr id="5" name="Footer Placeholder 4">
            <a:extLst>
              <a:ext uri="{FF2B5EF4-FFF2-40B4-BE49-F238E27FC236}">
                <a16:creationId xmlns:a16="http://schemas.microsoft.com/office/drawing/2014/main" id="{CB9CE708-CE24-9FD3-ED00-01DCBDC026DF}"/>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0C523BB-715A-FE11-2813-7B80693E2BFC}"/>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40517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116988-ACA4-EE23-E18B-B60E4BCADF5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A4710579-9510-6583-FE40-8A55CC02AC7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370D936-CEC4-8684-D2C9-D357A2ABBC78}"/>
              </a:ext>
            </a:extLst>
          </p:cNvPr>
          <p:cNvSpPr>
            <a:spLocks noGrp="1"/>
          </p:cNvSpPr>
          <p:nvPr>
            <p:ph type="dt" sz="half" idx="10"/>
          </p:nvPr>
        </p:nvSpPr>
        <p:spPr/>
        <p:txBody>
          <a:bodyPr/>
          <a:lstStyle/>
          <a:p>
            <a:fld id="{A3A72485-1B57-41B4-A998-97848CC136C2}" type="datetimeFigureOut">
              <a:rPr lang="en-US" smtClean="0"/>
              <a:t>10/29/2026</a:t>
            </a:fld>
            <a:endParaRPr lang="en-US"/>
          </a:p>
        </p:txBody>
      </p:sp>
      <p:sp>
        <p:nvSpPr>
          <p:cNvPr id="5" name="Footer Placeholder 4">
            <a:extLst>
              <a:ext uri="{FF2B5EF4-FFF2-40B4-BE49-F238E27FC236}">
                <a16:creationId xmlns:a16="http://schemas.microsoft.com/office/drawing/2014/main" id="{B5E54ACF-CC8C-08B5-1981-DCE0F8335EF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60BDF3A-53E6-B3CE-4220-50D2D5504B6D}"/>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12155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F00602-5F32-86B3-D3FA-E668DE3771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3A7F7D1F-E529-6A93-178C-A4F26E3E4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4EED598-B7F4-3687-BBE0-01FA7365E7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7DF4D-D974-434D-9D64-40B7405DF5F0}" type="datetimeFigureOut">
              <a:rPr lang="en-US" smtClean="0"/>
              <a:t>10/29/2026</a:t>
            </a:fld>
            <a:endParaRPr lang="en-US"/>
          </a:p>
        </p:txBody>
      </p:sp>
      <p:sp>
        <p:nvSpPr>
          <p:cNvPr id="5" name="Footer Placeholder 4">
            <a:extLst>
              <a:ext uri="{FF2B5EF4-FFF2-40B4-BE49-F238E27FC236}">
                <a16:creationId xmlns:a16="http://schemas.microsoft.com/office/drawing/2014/main" id="{6AF23BCC-AB4D-6415-C796-CE15463515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a:t>
            </a:r>
          </a:p>
        </p:txBody>
      </p:sp>
      <p:sp>
        <p:nvSpPr>
          <p:cNvPr id="6" name="Slide Number Placeholder 5">
            <a:extLst>
              <a:ext uri="{FF2B5EF4-FFF2-40B4-BE49-F238E27FC236}">
                <a16:creationId xmlns:a16="http://schemas.microsoft.com/office/drawing/2014/main" id="{4C587C26-1089-94F6-1959-F1B44C69F0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3402192321"/>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5.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customXml" Target="../ink/ink5.xml"/><Relationship Id="rId26" Type="http://schemas.openxmlformats.org/officeDocument/2006/relationships/customXml" Target="../ink/ink9.xml"/><Relationship Id="rId39" Type="http://schemas.openxmlformats.org/officeDocument/2006/relationships/image" Target="../media/image33.png"/><Relationship Id="rId21" Type="http://schemas.openxmlformats.org/officeDocument/2006/relationships/image" Target="../media/image24.png"/><Relationship Id="rId34" Type="http://schemas.openxmlformats.org/officeDocument/2006/relationships/customXml" Target="../ink/ink13.xml"/><Relationship Id="rId42" Type="http://schemas.openxmlformats.org/officeDocument/2006/relationships/customXml" Target="../ink/ink17.xml"/><Relationship Id="rId7" Type="http://schemas.openxmlformats.org/officeDocument/2006/relationships/image" Target="../media/image16.jpeg"/><Relationship Id="rId2" Type="http://schemas.openxmlformats.org/officeDocument/2006/relationships/notesSlide" Target="../notesSlides/notesSlide2.xml"/><Relationship Id="rId16" Type="http://schemas.openxmlformats.org/officeDocument/2006/relationships/customXml" Target="../ink/ink4.xml"/><Relationship Id="rId20" Type="http://schemas.openxmlformats.org/officeDocument/2006/relationships/customXml" Target="../ink/ink6.xml"/><Relationship Id="rId29" Type="http://schemas.openxmlformats.org/officeDocument/2006/relationships/image" Target="../media/image28.png"/><Relationship Id="rId41"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19.png"/><Relationship Id="rId24" Type="http://schemas.openxmlformats.org/officeDocument/2006/relationships/customXml" Target="../ink/ink8.xml"/><Relationship Id="rId32" Type="http://schemas.openxmlformats.org/officeDocument/2006/relationships/customXml" Target="../ink/ink12.xml"/><Relationship Id="rId37" Type="http://schemas.openxmlformats.org/officeDocument/2006/relationships/image" Target="../media/image32.png"/><Relationship Id="rId40" Type="http://schemas.openxmlformats.org/officeDocument/2006/relationships/customXml" Target="../ink/ink16.xml"/><Relationship Id="rId5" Type="http://schemas.openxmlformats.org/officeDocument/2006/relationships/image" Target="../media/image14.png"/><Relationship Id="rId15" Type="http://schemas.openxmlformats.org/officeDocument/2006/relationships/image" Target="../media/image21.png"/><Relationship Id="rId23" Type="http://schemas.openxmlformats.org/officeDocument/2006/relationships/image" Target="../media/image25.png"/><Relationship Id="rId28" Type="http://schemas.openxmlformats.org/officeDocument/2006/relationships/customXml" Target="../ink/ink10.xml"/><Relationship Id="rId36" Type="http://schemas.openxmlformats.org/officeDocument/2006/relationships/customXml" Target="../ink/ink14.xml"/><Relationship Id="rId10" Type="http://schemas.openxmlformats.org/officeDocument/2006/relationships/customXml" Target="../ink/ink1.xml"/><Relationship Id="rId19" Type="http://schemas.openxmlformats.org/officeDocument/2006/relationships/image" Target="../media/image23.png"/><Relationship Id="rId31" Type="http://schemas.openxmlformats.org/officeDocument/2006/relationships/image" Target="../media/image29.png"/><Relationship Id="rId44" Type="http://schemas.openxmlformats.org/officeDocument/2006/relationships/image" Target="../media/image5.png"/><Relationship Id="rId4" Type="http://schemas.openxmlformats.org/officeDocument/2006/relationships/chart" Target="../charts/chart1.xml"/><Relationship Id="rId9" Type="http://schemas.openxmlformats.org/officeDocument/2006/relationships/image" Target="../media/image18.jpeg"/><Relationship Id="rId14" Type="http://schemas.openxmlformats.org/officeDocument/2006/relationships/customXml" Target="../ink/ink3.xml"/><Relationship Id="rId22" Type="http://schemas.openxmlformats.org/officeDocument/2006/relationships/customXml" Target="../ink/ink7.xml"/><Relationship Id="rId27" Type="http://schemas.openxmlformats.org/officeDocument/2006/relationships/image" Target="../media/image27.png"/><Relationship Id="rId30" Type="http://schemas.openxmlformats.org/officeDocument/2006/relationships/customXml" Target="../ink/ink11.xml"/><Relationship Id="rId35" Type="http://schemas.openxmlformats.org/officeDocument/2006/relationships/image" Target="../media/image31.png"/><Relationship Id="rId43" Type="http://schemas.openxmlformats.org/officeDocument/2006/relationships/image" Target="../media/image35.png"/><Relationship Id="rId8" Type="http://schemas.openxmlformats.org/officeDocument/2006/relationships/image" Target="../media/image17.jpeg"/><Relationship Id="rId3" Type="http://schemas.openxmlformats.org/officeDocument/2006/relationships/image" Target="../media/image4.png"/><Relationship Id="rId12" Type="http://schemas.openxmlformats.org/officeDocument/2006/relationships/customXml" Target="../ink/ink2.xml"/><Relationship Id="rId17" Type="http://schemas.openxmlformats.org/officeDocument/2006/relationships/image" Target="../media/image22.png"/><Relationship Id="rId25" Type="http://schemas.openxmlformats.org/officeDocument/2006/relationships/image" Target="../media/image26.png"/><Relationship Id="rId33" Type="http://schemas.openxmlformats.org/officeDocument/2006/relationships/image" Target="../media/image30.png"/><Relationship Id="rId38" Type="http://schemas.openxmlformats.org/officeDocument/2006/relationships/customXml" Target="../ink/ink1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6.png"/></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81"/>
            <a:lum/>
          </a:blip>
          <a:srcRect/>
          <a:stretch>
            <a:fillRect t="-5000" b="-5000"/>
          </a:stretch>
        </a:blip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14FCAF6-507B-8DF6-9281-6328C7C2F4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54151" y="1501708"/>
            <a:ext cx="4412721" cy="24821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79B2D55-DC49-169A-5B5F-5FC001D661CD}"/>
              </a:ext>
            </a:extLst>
          </p:cNvPr>
          <p:cNvSpPr txBox="1"/>
          <p:nvPr/>
        </p:nvSpPr>
        <p:spPr>
          <a:xfrm>
            <a:off x="1704361" y="3783808"/>
            <a:ext cx="5098091" cy="400110"/>
          </a:xfrm>
          <a:prstGeom prst="rect">
            <a:avLst/>
          </a:prstGeom>
          <a:noFill/>
        </p:spPr>
        <p:txBody>
          <a:bodyPr wrap="square" lIns="91440" tIns="45720" rIns="91440" bIns="45720" rtlCol="0" anchor="t">
            <a:spAutoFit/>
          </a:bodyPr>
          <a:lstStyle/>
          <a:p>
            <a:r>
              <a:rPr lang="en-GB" sz="2000" b="1" dirty="0">
                <a:latin typeface="Grandview Display"/>
              </a:rPr>
              <a:t>Air Liquide (XPAR: AI)</a:t>
            </a:r>
            <a:endParaRPr lang="en-GB" sz="2000" b="1" dirty="0">
              <a:latin typeface="Arial Mt"/>
            </a:endParaRPr>
          </a:p>
        </p:txBody>
      </p:sp>
      <p:pic>
        <p:nvPicPr>
          <p:cNvPr id="7" name="Picture 6">
            <a:extLst>
              <a:ext uri="{FF2B5EF4-FFF2-40B4-BE49-F238E27FC236}">
                <a16:creationId xmlns:a16="http://schemas.microsoft.com/office/drawing/2014/main" id="{CE8ABDB7-0136-51D0-7403-E85090ABAC2D}"/>
              </a:ext>
            </a:extLst>
          </p:cNvPr>
          <p:cNvPicPr>
            <a:picLocks noChangeAspect="1"/>
          </p:cNvPicPr>
          <p:nvPr/>
        </p:nvPicPr>
        <p:blipFill rotWithShape="1">
          <a:blip r:embed="rId4">
            <a:clrChange>
              <a:clrFrom>
                <a:srgbClr val="FFFFFF"/>
              </a:clrFrom>
              <a:clrTo>
                <a:srgbClr val="FFFFFF">
                  <a:alpha val="0"/>
                </a:srgbClr>
              </a:clrTo>
            </a:clrChange>
          </a:blip>
          <a:srcRect l="30290" t="23321" r="32245" b="21419"/>
          <a:stretch/>
        </p:blipFill>
        <p:spPr>
          <a:xfrm>
            <a:off x="10549634" y="85455"/>
            <a:ext cx="1580849" cy="1063838"/>
          </a:xfrm>
          <a:prstGeom prst="rect">
            <a:avLst/>
          </a:prstGeom>
        </p:spPr>
      </p:pic>
      <p:sp>
        <p:nvSpPr>
          <p:cNvPr id="9" name="Slide Number Placeholder 8">
            <a:extLst>
              <a:ext uri="{FF2B5EF4-FFF2-40B4-BE49-F238E27FC236}">
                <a16:creationId xmlns:a16="http://schemas.microsoft.com/office/drawing/2014/main" id="{38653461-EEA3-19A5-4D65-3467B70B742A}"/>
              </a:ext>
            </a:extLst>
          </p:cNvPr>
          <p:cNvSpPr>
            <a:spLocks noGrp="1"/>
          </p:cNvSpPr>
          <p:nvPr>
            <p:ph type="sldNum" sz="quarter" idx="12"/>
          </p:nvPr>
        </p:nvSpPr>
        <p:spPr/>
        <p:txBody>
          <a:bodyPr/>
          <a:lstStyle/>
          <a:p>
            <a:fld id="{B0B96B13-3B2C-4D2F-B5C6-31437AAE5D43}" type="slidenum">
              <a:rPr lang="en-GB" smtClean="0"/>
              <a:t>1</a:t>
            </a:fld>
            <a:endParaRPr lang="en-GB"/>
          </a:p>
        </p:txBody>
      </p:sp>
      <p:cxnSp>
        <p:nvCxnSpPr>
          <p:cNvPr id="10" name="Straight Connector 9">
            <a:extLst>
              <a:ext uri="{FF2B5EF4-FFF2-40B4-BE49-F238E27FC236}">
                <a16:creationId xmlns:a16="http://schemas.microsoft.com/office/drawing/2014/main" id="{78EE42E6-D0E2-06F6-707D-84688608EF9B}"/>
              </a:ext>
            </a:extLst>
          </p:cNvPr>
          <p:cNvCxnSpPr/>
          <p:nvPr/>
        </p:nvCxnSpPr>
        <p:spPr>
          <a:xfrm>
            <a:off x="412460" y="6402199"/>
            <a:ext cx="11291581" cy="0"/>
          </a:xfrm>
          <a:prstGeom prst="line">
            <a:avLst/>
          </a:prstGeom>
          <a:ln w="12700">
            <a:solidFill>
              <a:srgbClr val="E3001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578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C64A9C38-2E1B-0625-3A75-10F65142E9BC}"/>
              </a:ext>
            </a:extLst>
          </p:cNvPr>
          <p:cNvCxnSpPr/>
          <p:nvPr/>
        </p:nvCxnSpPr>
        <p:spPr>
          <a:xfrm>
            <a:off x="469784" y="864066"/>
            <a:ext cx="11291581" cy="0"/>
          </a:xfrm>
          <a:prstGeom prst="line">
            <a:avLst/>
          </a:prstGeom>
          <a:ln w="12700">
            <a:solidFill>
              <a:srgbClr val="E3001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95C5593C-EF4D-9E5E-03BB-307C926FA26A}"/>
              </a:ext>
            </a:extLst>
          </p:cNvPr>
          <p:cNvCxnSpPr/>
          <p:nvPr/>
        </p:nvCxnSpPr>
        <p:spPr>
          <a:xfrm>
            <a:off x="412460" y="6544812"/>
            <a:ext cx="11291581" cy="0"/>
          </a:xfrm>
          <a:prstGeom prst="line">
            <a:avLst/>
          </a:prstGeom>
          <a:ln w="12700">
            <a:solidFill>
              <a:srgbClr val="E3001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D0795A3-2F4C-F5AF-F840-FD2FD2087C0B}"/>
              </a:ext>
            </a:extLst>
          </p:cNvPr>
          <p:cNvSpPr txBox="1"/>
          <p:nvPr/>
        </p:nvSpPr>
        <p:spPr>
          <a:xfrm>
            <a:off x="412461" y="282214"/>
            <a:ext cx="5243119" cy="461665"/>
          </a:xfrm>
          <a:prstGeom prst="rect">
            <a:avLst/>
          </a:prstGeom>
          <a:noFill/>
        </p:spPr>
        <p:txBody>
          <a:bodyPr wrap="square" rtlCol="0">
            <a:spAutoFit/>
          </a:bodyPr>
          <a:lstStyle/>
          <a:p>
            <a:r>
              <a:rPr lang="en-GB" sz="2400" b="1" dirty="0">
                <a:solidFill>
                  <a:srgbClr val="355FAB"/>
                </a:solidFill>
                <a:latin typeface="Arial" panose="020B0604020202020204" pitchFamily="34" charset="0"/>
                <a:ea typeface="ADLaM Display" panose="020F0502020204030204" pitchFamily="2" charset="0"/>
                <a:cs typeface="Arial" panose="020B0604020202020204" pitchFamily="34" charset="0"/>
              </a:rPr>
              <a:t>Executive Summary</a:t>
            </a:r>
            <a:endParaRPr lang="en-GB" sz="2000" b="1" dirty="0">
              <a:solidFill>
                <a:srgbClr val="355FAB"/>
              </a:solidFill>
              <a:latin typeface="Arial" panose="020B0604020202020204" pitchFamily="34" charset="0"/>
              <a:ea typeface="ADLaM Display" panose="020F0502020204030204" pitchFamily="2" charset="0"/>
              <a:cs typeface="Arial" panose="020B0604020202020204" pitchFamily="34" charset="0"/>
            </a:endParaRPr>
          </a:p>
        </p:txBody>
      </p:sp>
      <p:pic>
        <p:nvPicPr>
          <p:cNvPr id="11" name="Picture 10" descr="Logo&#10;&#10;Description automatically generated with low confidence">
            <a:extLst>
              <a:ext uri="{FF2B5EF4-FFF2-40B4-BE49-F238E27FC236}">
                <a16:creationId xmlns:a16="http://schemas.microsoft.com/office/drawing/2014/main" id="{E22B38A6-6FA7-D421-762B-E50AE8E4EE26}"/>
              </a:ext>
            </a:extLst>
          </p:cNvPr>
          <p:cNvPicPr>
            <a:picLocks noChangeAspect="1"/>
          </p:cNvPicPr>
          <p:nvPr/>
        </p:nvPicPr>
        <p:blipFill rotWithShape="1">
          <a:blip r:embed="rId3"/>
          <a:srcRect t="2292"/>
          <a:stretch/>
        </p:blipFill>
        <p:spPr>
          <a:xfrm>
            <a:off x="11210624" y="149368"/>
            <a:ext cx="550741" cy="661623"/>
          </a:xfrm>
          <a:prstGeom prst="rect">
            <a:avLst/>
          </a:prstGeom>
        </p:spPr>
      </p:pic>
      <p:sp>
        <p:nvSpPr>
          <p:cNvPr id="12" name="Slide Number Placeholder 11">
            <a:extLst>
              <a:ext uri="{FF2B5EF4-FFF2-40B4-BE49-F238E27FC236}">
                <a16:creationId xmlns:a16="http://schemas.microsoft.com/office/drawing/2014/main" id="{54F16F8B-4531-2794-81B2-967503451EC3}"/>
              </a:ext>
            </a:extLst>
          </p:cNvPr>
          <p:cNvSpPr>
            <a:spLocks noGrp="1"/>
          </p:cNvSpPr>
          <p:nvPr>
            <p:ph type="sldNum" sz="quarter" idx="12"/>
          </p:nvPr>
        </p:nvSpPr>
        <p:spPr>
          <a:xfrm>
            <a:off x="8610600" y="6482187"/>
            <a:ext cx="2743200" cy="365125"/>
          </a:xfrm>
          <a:ln>
            <a:noFill/>
          </a:ln>
        </p:spPr>
        <p:txBody>
          <a:bodyPr/>
          <a:lstStyle/>
          <a:p>
            <a:fld id="{B0B96B13-3B2C-4D2F-B5C6-31437AAE5D43}" type="slidenum">
              <a:rPr lang="en-GB" smtClean="0"/>
              <a:t>2</a:t>
            </a:fld>
            <a:endParaRPr lang="en-GB"/>
          </a:p>
        </p:txBody>
      </p:sp>
      <p:sp>
        <p:nvSpPr>
          <p:cNvPr id="13" name="TextBox 12">
            <a:extLst>
              <a:ext uri="{FF2B5EF4-FFF2-40B4-BE49-F238E27FC236}">
                <a16:creationId xmlns:a16="http://schemas.microsoft.com/office/drawing/2014/main" id="{6B6ABE10-7ADE-20A6-9786-8ED399C0466B}"/>
              </a:ext>
            </a:extLst>
          </p:cNvPr>
          <p:cNvSpPr txBox="1"/>
          <p:nvPr/>
        </p:nvSpPr>
        <p:spPr>
          <a:xfrm>
            <a:off x="1798041" y="945344"/>
            <a:ext cx="3061982" cy="338554"/>
          </a:xfrm>
          <a:prstGeom prst="rect">
            <a:avLst/>
          </a:prstGeom>
          <a:noFill/>
        </p:spPr>
        <p:txBody>
          <a:bodyPr wrap="square" rtlCol="0">
            <a:spAutoFit/>
          </a:bodyPr>
          <a:lstStyle/>
          <a:p>
            <a:pPr algn="ctr"/>
            <a:r>
              <a:rPr lang="en-GB" sz="1600" b="1" dirty="0">
                <a:solidFill>
                  <a:srgbClr val="355FAB"/>
                </a:solidFill>
                <a:latin typeface="Arial" panose="020B0604020202020204" pitchFamily="34" charset="0"/>
                <a:cs typeface="Arial" panose="020B0604020202020204" pitchFamily="34" charset="0"/>
              </a:rPr>
              <a:t>Key Facts</a:t>
            </a:r>
          </a:p>
        </p:txBody>
      </p:sp>
      <p:sp>
        <p:nvSpPr>
          <p:cNvPr id="16" name="TextBox 15">
            <a:extLst>
              <a:ext uri="{FF2B5EF4-FFF2-40B4-BE49-F238E27FC236}">
                <a16:creationId xmlns:a16="http://schemas.microsoft.com/office/drawing/2014/main" id="{58F3D257-8131-0CCF-7E09-984EA07F6873}"/>
              </a:ext>
            </a:extLst>
          </p:cNvPr>
          <p:cNvSpPr txBox="1"/>
          <p:nvPr/>
        </p:nvSpPr>
        <p:spPr>
          <a:xfrm>
            <a:off x="4565009" y="3805145"/>
            <a:ext cx="3061982" cy="338554"/>
          </a:xfrm>
          <a:prstGeom prst="rect">
            <a:avLst/>
          </a:prstGeom>
          <a:noFill/>
        </p:spPr>
        <p:txBody>
          <a:bodyPr wrap="square" rtlCol="0">
            <a:spAutoFit/>
          </a:bodyPr>
          <a:lstStyle/>
          <a:p>
            <a:pPr algn="ctr"/>
            <a:r>
              <a:rPr lang="en-GB" sz="1600" b="1" dirty="0">
                <a:solidFill>
                  <a:srgbClr val="355FAB"/>
                </a:solidFill>
                <a:latin typeface="Arial" panose="020B0604020202020204" pitchFamily="34" charset="0"/>
                <a:cs typeface="Arial" panose="020B0604020202020204" pitchFamily="34" charset="0"/>
              </a:rPr>
              <a:t>Investment Rationale </a:t>
            </a:r>
          </a:p>
        </p:txBody>
      </p:sp>
      <p:sp>
        <p:nvSpPr>
          <p:cNvPr id="17" name="TextBox 16">
            <a:extLst>
              <a:ext uri="{FF2B5EF4-FFF2-40B4-BE49-F238E27FC236}">
                <a16:creationId xmlns:a16="http://schemas.microsoft.com/office/drawing/2014/main" id="{30B3E6E6-B6F3-A84D-DDE1-AFE548FCA3B1}"/>
              </a:ext>
            </a:extLst>
          </p:cNvPr>
          <p:cNvSpPr txBox="1"/>
          <p:nvPr/>
        </p:nvSpPr>
        <p:spPr>
          <a:xfrm>
            <a:off x="7538522" y="945344"/>
            <a:ext cx="3061982" cy="338554"/>
          </a:xfrm>
          <a:prstGeom prst="rect">
            <a:avLst/>
          </a:prstGeom>
          <a:noFill/>
        </p:spPr>
        <p:txBody>
          <a:bodyPr wrap="square" lIns="91440" tIns="45720" rIns="91440" bIns="45720" rtlCol="0" anchor="t">
            <a:spAutoFit/>
          </a:bodyPr>
          <a:lstStyle/>
          <a:p>
            <a:pPr algn="ctr"/>
            <a:r>
              <a:rPr lang="en-GB" sz="1600" b="1" dirty="0">
                <a:solidFill>
                  <a:srgbClr val="355FAB"/>
                </a:solidFill>
                <a:latin typeface="Arial"/>
                <a:cs typeface="Arial"/>
              </a:rPr>
              <a:t>Valuation Summary</a:t>
            </a:r>
          </a:p>
        </p:txBody>
      </p:sp>
      <p:sp>
        <p:nvSpPr>
          <p:cNvPr id="18" name="Rectangle 17">
            <a:extLst>
              <a:ext uri="{FF2B5EF4-FFF2-40B4-BE49-F238E27FC236}">
                <a16:creationId xmlns:a16="http://schemas.microsoft.com/office/drawing/2014/main" id="{33895B1D-5662-FC7C-8170-D815AD9E90F8}"/>
              </a:ext>
            </a:extLst>
          </p:cNvPr>
          <p:cNvSpPr/>
          <p:nvPr/>
        </p:nvSpPr>
        <p:spPr>
          <a:xfrm>
            <a:off x="562063" y="5824950"/>
            <a:ext cx="10930854" cy="613675"/>
          </a:xfrm>
          <a:prstGeom prst="rect">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i="1" dirty="0">
                <a:solidFill>
                  <a:sysClr val="windowText" lastClr="000000"/>
                </a:solidFill>
                <a:latin typeface="Grandview Display" panose="020B0502040204020203" pitchFamily="34" charset="0"/>
              </a:rPr>
              <a:t>We recommend a </a:t>
            </a:r>
            <a:r>
              <a:rPr lang="en-GB" b="1" i="1" dirty="0">
                <a:solidFill>
                  <a:srgbClr val="355FAB"/>
                </a:solidFill>
                <a:latin typeface="Grandview Display" panose="020B0502040204020203" pitchFamily="34" charset="0"/>
              </a:rPr>
              <a:t>BUY</a:t>
            </a:r>
            <a:r>
              <a:rPr lang="en-GB" i="1" dirty="0">
                <a:solidFill>
                  <a:sysClr val="windowText" lastClr="000000"/>
                </a:solidFill>
                <a:latin typeface="Grandview Display" panose="020B0502040204020203" pitchFamily="34" charset="0"/>
              </a:rPr>
              <a:t> rating for Air Liquide with a price target of </a:t>
            </a:r>
            <a:r>
              <a:rPr lang="en-GB" dirty="0">
                <a:solidFill>
                  <a:srgbClr val="000000"/>
                </a:solidFill>
                <a:latin typeface="Grandview Display" panose="020B0502040204020203" pitchFamily="34" charset="0"/>
                <a:cs typeface="Calibri"/>
              </a:rPr>
              <a:t>€</a:t>
            </a:r>
            <a:r>
              <a:rPr lang="en-GB" i="1" dirty="0">
                <a:solidFill>
                  <a:sysClr val="windowText" lastClr="000000"/>
                </a:solidFill>
                <a:latin typeface="Grandview Display" panose="020B0502040204020203" pitchFamily="34" charset="0"/>
              </a:rPr>
              <a:t>193.96, indicating a 16.9% upside. </a:t>
            </a:r>
          </a:p>
        </p:txBody>
      </p:sp>
      <p:cxnSp>
        <p:nvCxnSpPr>
          <p:cNvPr id="22" name="Straight Connector 21">
            <a:extLst>
              <a:ext uri="{FF2B5EF4-FFF2-40B4-BE49-F238E27FC236}">
                <a16:creationId xmlns:a16="http://schemas.microsoft.com/office/drawing/2014/main" id="{98FA7555-4A3A-1389-01E4-E27458E3DA60}"/>
              </a:ext>
            </a:extLst>
          </p:cNvPr>
          <p:cNvCxnSpPr>
            <a:cxnSpLocks/>
          </p:cNvCxnSpPr>
          <p:nvPr/>
        </p:nvCxnSpPr>
        <p:spPr>
          <a:xfrm>
            <a:off x="1498129" y="1275126"/>
            <a:ext cx="3661807" cy="0"/>
          </a:xfrm>
          <a:prstGeom prst="line">
            <a:avLst/>
          </a:prstGeom>
          <a:ln w="12700">
            <a:solidFill>
              <a:srgbClr val="E30011"/>
            </a:solid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E5E1BB6-2A76-ED51-5EE6-3A426CD8AFE8}"/>
              </a:ext>
            </a:extLst>
          </p:cNvPr>
          <p:cNvCxnSpPr>
            <a:cxnSpLocks/>
          </p:cNvCxnSpPr>
          <p:nvPr/>
        </p:nvCxnSpPr>
        <p:spPr>
          <a:xfrm>
            <a:off x="7238610" y="1268135"/>
            <a:ext cx="3661807" cy="0"/>
          </a:xfrm>
          <a:prstGeom prst="line">
            <a:avLst/>
          </a:prstGeom>
          <a:ln w="9525">
            <a:solidFill>
              <a:srgbClr val="E30011"/>
            </a:solidFill>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113D5F29-A6D7-7065-E8D3-875905D77FDC}"/>
              </a:ext>
            </a:extLst>
          </p:cNvPr>
          <p:cNvCxnSpPr>
            <a:cxnSpLocks/>
          </p:cNvCxnSpPr>
          <p:nvPr/>
        </p:nvCxnSpPr>
        <p:spPr>
          <a:xfrm>
            <a:off x="469784" y="4115754"/>
            <a:ext cx="11107023" cy="0"/>
          </a:xfrm>
          <a:prstGeom prst="line">
            <a:avLst/>
          </a:prstGeom>
          <a:ln w="9525">
            <a:solidFill>
              <a:srgbClr val="E30011"/>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EF187D0-441D-16ED-730B-85FBC165514C}"/>
              </a:ext>
            </a:extLst>
          </p:cNvPr>
          <p:cNvCxnSpPr>
            <a:cxnSpLocks/>
          </p:cNvCxnSpPr>
          <p:nvPr/>
        </p:nvCxnSpPr>
        <p:spPr>
          <a:xfrm>
            <a:off x="462793" y="3152417"/>
            <a:ext cx="11107023" cy="0"/>
          </a:xfrm>
          <a:prstGeom prst="line">
            <a:avLst/>
          </a:prstGeom>
          <a:ln w="9525">
            <a:solidFill>
              <a:srgbClr val="E30011"/>
            </a:solidFill>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4DE05609-321E-535F-EA76-29E4A7B82F0B}"/>
              </a:ext>
            </a:extLst>
          </p:cNvPr>
          <p:cNvSpPr txBox="1"/>
          <p:nvPr/>
        </p:nvSpPr>
        <p:spPr>
          <a:xfrm>
            <a:off x="3898248" y="2840195"/>
            <a:ext cx="4430786" cy="338554"/>
          </a:xfrm>
          <a:prstGeom prst="rect">
            <a:avLst/>
          </a:prstGeom>
          <a:noFill/>
        </p:spPr>
        <p:txBody>
          <a:bodyPr wrap="square" rtlCol="0">
            <a:spAutoFit/>
          </a:bodyPr>
          <a:lstStyle/>
          <a:p>
            <a:pPr algn="ctr"/>
            <a:r>
              <a:rPr lang="en-GB" sz="1600" b="1" dirty="0">
                <a:solidFill>
                  <a:srgbClr val="355FAB"/>
                </a:solidFill>
                <a:latin typeface="Arial" panose="020B0604020202020204" pitchFamily="34" charset="0"/>
                <a:cs typeface="Arial" panose="020B0604020202020204" pitchFamily="34" charset="0"/>
              </a:rPr>
              <a:t>Key Insights  </a:t>
            </a:r>
          </a:p>
        </p:txBody>
      </p:sp>
      <p:sp>
        <p:nvSpPr>
          <p:cNvPr id="30" name="Rectangle 29">
            <a:extLst>
              <a:ext uri="{FF2B5EF4-FFF2-40B4-BE49-F238E27FC236}">
                <a16:creationId xmlns:a16="http://schemas.microsoft.com/office/drawing/2014/main" id="{EB278C29-5CBA-D222-50E8-E3D705EF04AF}"/>
              </a:ext>
            </a:extLst>
          </p:cNvPr>
          <p:cNvSpPr/>
          <p:nvPr/>
        </p:nvSpPr>
        <p:spPr>
          <a:xfrm>
            <a:off x="713064" y="3270107"/>
            <a:ext cx="3149901" cy="440867"/>
          </a:xfrm>
          <a:prstGeom prst="rect">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b="1">
                <a:latin typeface="Grandview Display" panose="020B0502040204020203" pitchFamily="34" charset="0"/>
                <a:cs typeface="Arial"/>
              </a:rPr>
              <a:t>Patented Speciality Gas Applications</a:t>
            </a:r>
          </a:p>
        </p:txBody>
      </p:sp>
      <p:sp>
        <p:nvSpPr>
          <p:cNvPr id="31" name="Rectangle 30">
            <a:extLst>
              <a:ext uri="{FF2B5EF4-FFF2-40B4-BE49-F238E27FC236}">
                <a16:creationId xmlns:a16="http://schemas.microsoft.com/office/drawing/2014/main" id="{42B86634-976F-3937-340F-9449CF1456C0}"/>
              </a:ext>
            </a:extLst>
          </p:cNvPr>
          <p:cNvSpPr/>
          <p:nvPr/>
        </p:nvSpPr>
        <p:spPr>
          <a:xfrm>
            <a:off x="4703425" y="3270106"/>
            <a:ext cx="3087149" cy="440867"/>
          </a:xfrm>
          <a:prstGeom prst="rect">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b="1" dirty="0">
                <a:latin typeface="Grandview Display" panose="020B0502040204020203" pitchFamily="34" charset="0"/>
                <a:cs typeface="Arial"/>
              </a:rPr>
              <a:t> Reliability-backed AI Upside</a:t>
            </a:r>
          </a:p>
        </p:txBody>
      </p:sp>
      <p:sp>
        <p:nvSpPr>
          <p:cNvPr id="32" name="Rectangle 31">
            <a:extLst>
              <a:ext uri="{FF2B5EF4-FFF2-40B4-BE49-F238E27FC236}">
                <a16:creationId xmlns:a16="http://schemas.microsoft.com/office/drawing/2014/main" id="{18972937-A61E-2789-87A8-10C1B194A210}"/>
              </a:ext>
            </a:extLst>
          </p:cNvPr>
          <p:cNvSpPr/>
          <p:nvPr/>
        </p:nvSpPr>
        <p:spPr>
          <a:xfrm>
            <a:off x="8391786" y="3270106"/>
            <a:ext cx="3087149" cy="440867"/>
          </a:xfrm>
          <a:prstGeom prst="rect">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b="1" dirty="0">
                <a:latin typeface="Grandview Display" panose="020B0502040204020203" pitchFamily="34" charset="0"/>
                <a:cs typeface="Calibri"/>
              </a:rPr>
              <a:t>Volatility Managed Risk Profile</a:t>
            </a:r>
          </a:p>
        </p:txBody>
      </p:sp>
      <p:sp>
        <p:nvSpPr>
          <p:cNvPr id="2" name="TextBox 1">
            <a:extLst>
              <a:ext uri="{FF2B5EF4-FFF2-40B4-BE49-F238E27FC236}">
                <a16:creationId xmlns:a16="http://schemas.microsoft.com/office/drawing/2014/main" id="{A001B83C-38F0-A124-16E1-54215C857B78}"/>
              </a:ext>
            </a:extLst>
          </p:cNvPr>
          <p:cNvSpPr txBox="1"/>
          <p:nvPr/>
        </p:nvSpPr>
        <p:spPr>
          <a:xfrm>
            <a:off x="562064" y="1371716"/>
            <a:ext cx="5533936" cy="1646605"/>
          </a:xfrm>
          <a:prstGeom prst="rect">
            <a:avLst/>
          </a:prstGeom>
          <a:noFill/>
        </p:spPr>
        <p:txBody>
          <a:bodyPr wrap="square" lIns="91440" tIns="45720" rIns="91440" bIns="45720" rtlCol="0" anchor="t">
            <a:spAutoFit/>
          </a:bodyPr>
          <a:lstStyle/>
          <a:p>
            <a:pPr marL="285750" indent="-285750">
              <a:spcAft>
                <a:spcPts val="600"/>
              </a:spcAft>
              <a:buFont typeface="Wingdings" panose="05000000000000000000" pitchFamily="2" charset="2"/>
              <a:buChar char="§"/>
            </a:pPr>
            <a:r>
              <a:rPr lang="en-GB" sz="1250" dirty="0">
                <a:latin typeface="Grandview Display" panose="020B0502040204020203" pitchFamily="34" charset="0"/>
              </a:rPr>
              <a:t>Founded in 1902, Air Liquide is a leading industrial and medical gases, technologies and services provider globally.</a:t>
            </a:r>
          </a:p>
          <a:p>
            <a:pPr marL="285750" indent="-285750">
              <a:spcAft>
                <a:spcPts val="600"/>
              </a:spcAft>
              <a:buFont typeface="Wingdings" panose="05000000000000000000" pitchFamily="2" charset="2"/>
              <a:buChar char="§"/>
            </a:pPr>
            <a:r>
              <a:rPr lang="en-GB" sz="1250" dirty="0">
                <a:latin typeface="Grandview Display" panose="020B0502040204020203" pitchFamily="34" charset="0"/>
              </a:rPr>
              <a:t>The firm offers core industrial gases (oxygen, hydrogen &amp; nitrogen) used in AI microchips and industrial speciality applications (e.g. welding, diving &amp; medical equipment).</a:t>
            </a:r>
          </a:p>
          <a:p>
            <a:pPr marL="285750" indent="-285750">
              <a:spcAft>
                <a:spcPts val="600"/>
              </a:spcAft>
              <a:buFont typeface="Wingdings" panose="05000000000000000000" pitchFamily="2" charset="2"/>
              <a:buChar char="§"/>
            </a:pPr>
            <a:r>
              <a:rPr lang="en-GB" sz="1250" dirty="0">
                <a:latin typeface="Grandview Display" panose="020B0502040204020203" pitchFamily="34" charset="0"/>
              </a:rPr>
              <a:t>Industries span across engineering &amp; technologies, industrials, healthcare and electronics.</a:t>
            </a:r>
            <a:endParaRPr lang="en-GB" sz="1250" dirty="0">
              <a:latin typeface="Grandview Display" panose="020B0502040204020203" pitchFamily="34" charset="0"/>
              <a:cs typeface="Calibri" panose="020F0502020204030204"/>
            </a:endParaRPr>
          </a:p>
        </p:txBody>
      </p:sp>
      <p:sp>
        <p:nvSpPr>
          <p:cNvPr id="3" name="TextBox 2">
            <a:extLst>
              <a:ext uri="{FF2B5EF4-FFF2-40B4-BE49-F238E27FC236}">
                <a16:creationId xmlns:a16="http://schemas.microsoft.com/office/drawing/2014/main" id="{F0C792D9-B5C9-D83A-85EB-66F7AE8489C9}"/>
              </a:ext>
            </a:extLst>
          </p:cNvPr>
          <p:cNvSpPr txBox="1"/>
          <p:nvPr/>
        </p:nvSpPr>
        <p:spPr>
          <a:xfrm>
            <a:off x="562063" y="4152453"/>
            <a:ext cx="10916872" cy="1831271"/>
          </a:xfrm>
          <a:prstGeom prst="rect">
            <a:avLst/>
          </a:prstGeom>
          <a:noFill/>
        </p:spPr>
        <p:txBody>
          <a:bodyPr wrap="square" lIns="91440" tIns="45720" rIns="91440" bIns="45720" rtlCol="0" anchor="t">
            <a:spAutoFit/>
          </a:bodyPr>
          <a:lstStyle/>
          <a:p>
            <a:pPr marL="285750" indent="-285750">
              <a:buFont typeface="Wingdings" panose="05000000000000000000" pitchFamily="2" charset="2"/>
              <a:buChar char="q"/>
            </a:pPr>
            <a:r>
              <a:rPr lang="en-GB" sz="1500" dirty="0">
                <a:latin typeface="Grandview Display" panose="020B0502040204020203" pitchFamily="34" charset="0"/>
              </a:rPr>
              <a:t>Thesis 1: Capitalising on AI and semiconductor demand </a:t>
            </a:r>
          </a:p>
          <a:p>
            <a:endParaRPr lang="en-GB" sz="600" dirty="0">
              <a:latin typeface="Grandview Display" panose="020B0502040204020203" pitchFamily="34" charset="0"/>
            </a:endParaRPr>
          </a:p>
          <a:p>
            <a:pPr marL="742950" lvl="1" indent="-285750">
              <a:buFont typeface="Wingdings" pitchFamily="2" charset="2"/>
              <a:buChar char="§"/>
            </a:pPr>
            <a:r>
              <a:rPr lang="en-GB" sz="1250" dirty="0">
                <a:latin typeface="Grandview Display" panose="020B0502040204020203" pitchFamily="34" charset="0"/>
              </a:rPr>
              <a:t>Deriving demand for Air Liquide gases as the co-head producer of gases required for semiconductors used in AI</a:t>
            </a:r>
          </a:p>
          <a:p>
            <a:pPr marL="742950" lvl="1" indent="-285750">
              <a:buFont typeface="Wingdings" pitchFamily="2" charset="2"/>
              <a:buChar char="§"/>
            </a:pPr>
            <a:r>
              <a:rPr lang="en-GB" sz="1250" dirty="0">
                <a:latin typeface="Grandview Display" panose="020B0502040204020203" pitchFamily="34" charset="0"/>
              </a:rPr>
              <a:t>Mitigation of AI bubble-bursting concerns through optionality, offered by diverse utilisation of semiconductors</a:t>
            </a:r>
          </a:p>
          <a:p>
            <a:pPr marL="285750" indent="-285750">
              <a:buFont typeface="Wingdings" panose="05000000000000000000" pitchFamily="2" charset="2"/>
              <a:buChar char="q"/>
            </a:pPr>
            <a:endParaRPr lang="en-GB" sz="600" dirty="0">
              <a:latin typeface="Grandview Display" panose="020B0502040204020203" pitchFamily="34" charset="0"/>
            </a:endParaRPr>
          </a:p>
          <a:p>
            <a:pPr marL="285750" indent="-285750">
              <a:buFont typeface="Wingdings" panose="05000000000000000000" pitchFamily="2" charset="2"/>
              <a:buChar char="q"/>
            </a:pPr>
            <a:r>
              <a:rPr lang="en-GB" sz="1500" dirty="0">
                <a:latin typeface="Grandview Display" panose="020B0502040204020203" pitchFamily="34" charset="0"/>
              </a:rPr>
              <a:t>Thesis 2: Reliability of Air Liquide’s non-cyclical factors </a:t>
            </a:r>
          </a:p>
          <a:p>
            <a:pPr marL="285750" indent="-285750">
              <a:buFont typeface="Wingdings" panose="05000000000000000000" pitchFamily="2" charset="2"/>
              <a:buChar char="q"/>
            </a:pPr>
            <a:endParaRPr lang="en-GB" sz="600" dirty="0">
              <a:latin typeface="Grandview Display" panose="020B0502040204020203" pitchFamily="34" charset="0"/>
            </a:endParaRPr>
          </a:p>
          <a:p>
            <a:pPr marL="742950" lvl="1" indent="-285750">
              <a:buFont typeface="Wingdings"/>
              <a:buChar char="§"/>
            </a:pPr>
            <a:r>
              <a:rPr lang="en-GB" sz="1250" dirty="0">
                <a:latin typeface="Grandview Display" panose="020B0502040204020203" pitchFamily="34" charset="0"/>
              </a:rPr>
              <a:t>Stable and significant revenue from the healthcare sector and take-or-pay contracts</a:t>
            </a:r>
          </a:p>
          <a:p>
            <a:pPr marL="742950" lvl="1" indent="-285750">
              <a:buFont typeface="Wingdings"/>
              <a:buChar char="§"/>
            </a:pPr>
            <a:r>
              <a:rPr lang="en-GB" sz="1250" dirty="0">
                <a:latin typeface="Grandview Display" panose="020B0502040204020203" pitchFamily="34" charset="0"/>
                <a:cs typeface="Calibri"/>
              </a:rPr>
              <a:t>Green projects: Carbon Capture, ammonia cracking, and entering the green hydrogen market</a:t>
            </a:r>
          </a:p>
          <a:p>
            <a:pPr marL="742950" lvl="1" indent="-285750">
              <a:buFont typeface="Wingdings" pitchFamily="2" charset="2"/>
              <a:buChar char="§"/>
            </a:pPr>
            <a:endParaRPr lang="en-GB" sz="1400" b="1" dirty="0">
              <a:latin typeface="Grandview Display" panose="020B0502040204020203" pitchFamily="34" charset="0"/>
              <a:cs typeface="Calibri"/>
            </a:endParaRPr>
          </a:p>
        </p:txBody>
      </p:sp>
      <p:sp>
        <p:nvSpPr>
          <p:cNvPr id="4" name="TextBox 3">
            <a:extLst>
              <a:ext uri="{FF2B5EF4-FFF2-40B4-BE49-F238E27FC236}">
                <a16:creationId xmlns:a16="http://schemas.microsoft.com/office/drawing/2014/main" id="{A992444A-2517-1DCE-1F16-D9612917F8D8}"/>
              </a:ext>
            </a:extLst>
          </p:cNvPr>
          <p:cNvSpPr txBox="1"/>
          <p:nvPr/>
        </p:nvSpPr>
        <p:spPr>
          <a:xfrm>
            <a:off x="6889016" y="1359016"/>
            <a:ext cx="4957894" cy="1400383"/>
          </a:xfrm>
          <a:prstGeom prst="rect">
            <a:avLst/>
          </a:prstGeom>
          <a:noFill/>
        </p:spPr>
        <p:txBody>
          <a:bodyPr wrap="square" lIns="91440" tIns="45720" rIns="91440" bIns="45720" rtlCol="0" anchor="t">
            <a:spAutoFit/>
          </a:bodyPr>
          <a:lstStyle/>
          <a:p>
            <a:pPr marL="285750" indent="-285750">
              <a:spcAft>
                <a:spcPts val="600"/>
              </a:spcAft>
              <a:buFont typeface="Wingdings" panose="05000000000000000000" pitchFamily="2" charset="2"/>
              <a:buChar char="§"/>
            </a:pPr>
            <a:r>
              <a:rPr lang="en-GB" sz="1400" dirty="0">
                <a:latin typeface="Grandview Display" panose="020B0502040204020203" pitchFamily="34" charset="0"/>
                <a:cs typeface="Calibri"/>
              </a:rPr>
              <a:t>Price Target: €193.96</a:t>
            </a:r>
          </a:p>
          <a:p>
            <a:pPr marL="285750" indent="-285750">
              <a:spcAft>
                <a:spcPts val="600"/>
              </a:spcAft>
              <a:buFont typeface="Wingdings" panose="05000000000000000000" pitchFamily="2" charset="2"/>
              <a:buChar char="§"/>
            </a:pPr>
            <a:r>
              <a:rPr lang="en-GB" sz="1400" dirty="0">
                <a:latin typeface="Grandview Display" panose="020B0502040204020203" pitchFamily="34" charset="0"/>
                <a:cs typeface="Calibri"/>
              </a:rPr>
              <a:t>Implied Upside: 16.9%</a:t>
            </a:r>
            <a:endParaRPr lang="en-GB" sz="1400" dirty="0">
              <a:latin typeface="Grandview Display" panose="020B0502040204020203" pitchFamily="34" charset="0"/>
            </a:endParaRPr>
          </a:p>
          <a:p>
            <a:pPr marL="285750" indent="-285750">
              <a:spcAft>
                <a:spcPts val="600"/>
              </a:spcAft>
              <a:buFont typeface="Wingdings" panose="05000000000000000000" pitchFamily="2" charset="2"/>
              <a:buChar char="§"/>
            </a:pPr>
            <a:r>
              <a:rPr lang="en-GB" sz="1400" dirty="0">
                <a:latin typeface="Grandview Display" panose="020B0502040204020203" pitchFamily="34" charset="0"/>
                <a:cs typeface="Calibri"/>
              </a:rPr>
              <a:t>Valuation Methodology Used: DCF; Terminal Value (Perpetuity Growth Method)</a:t>
            </a:r>
            <a:endParaRPr lang="en-GB" sz="1400" dirty="0">
              <a:latin typeface="Grandview Display" panose="020B0502040204020203" pitchFamily="34" charset="0"/>
              <a:ea typeface="Calibri"/>
              <a:cs typeface="Calibri"/>
            </a:endParaRPr>
          </a:p>
          <a:p>
            <a:pPr marL="285750" indent="-285750">
              <a:spcAft>
                <a:spcPts val="600"/>
              </a:spcAft>
              <a:buFont typeface="Wingdings" panose="05000000000000000000" pitchFamily="2" charset="2"/>
              <a:buChar char="§"/>
            </a:pPr>
            <a:r>
              <a:rPr lang="en-GB" sz="1400" dirty="0">
                <a:latin typeface="Grandview Display" panose="020B0502040204020203" pitchFamily="34" charset="0"/>
              </a:rPr>
              <a:t>LTM EV/EBITDA | LTM</a:t>
            </a:r>
            <a:r>
              <a:rPr lang="en-GB" sz="1400" dirty="0">
                <a:latin typeface="Grandview Display" panose="020B0502040204020203" pitchFamily="34" charset="0"/>
                <a:cs typeface="Calibri" panose="020F0502020204030204"/>
              </a:rPr>
              <a:t> Yield: 15.3x | 6.53%</a:t>
            </a:r>
            <a:endParaRPr lang="en-US" sz="1400" dirty="0">
              <a:latin typeface="Grandview Display" panose="020B0502040204020203" pitchFamily="34" charset="0"/>
              <a:ea typeface="Calibri" panose="020F0502020204030204"/>
              <a:cs typeface="Calibri" panose="020F0502020204030204"/>
            </a:endParaRPr>
          </a:p>
        </p:txBody>
      </p:sp>
      <p:sp>
        <p:nvSpPr>
          <p:cNvPr id="5" name="Rectangle 4">
            <a:extLst>
              <a:ext uri="{FF2B5EF4-FFF2-40B4-BE49-F238E27FC236}">
                <a16:creationId xmlns:a16="http://schemas.microsoft.com/office/drawing/2014/main" id="{1A681C5D-B006-25F7-C7F3-7EF3D02B8CE7}"/>
              </a:ext>
            </a:extLst>
          </p:cNvPr>
          <p:cNvSpPr/>
          <p:nvPr/>
        </p:nvSpPr>
        <p:spPr>
          <a:xfrm>
            <a:off x="847288" y="894546"/>
            <a:ext cx="1179632" cy="2636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Connector 8">
            <a:extLst>
              <a:ext uri="{FF2B5EF4-FFF2-40B4-BE49-F238E27FC236}">
                <a16:creationId xmlns:a16="http://schemas.microsoft.com/office/drawing/2014/main" id="{DD70938E-4773-99FD-D02C-722C75EEB695}"/>
              </a:ext>
            </a:extLst>
          </p:cNvPr>
          <p:cNvCxnSpPr/>
          <p:nvPr/>
        </p:nvCxnSpPr>
        <p:spPr>
          <a:xfrm>
            <a:off x="11149831" y="296091"/>
            <a:ext cx="0" cy="383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A logo for a company&#10;&#10;AI-generated content may be incorrect.">
            <a:extLst>
              <a:ext uri="{FF2B5EF4-FFF2-40B4-BE49-F238E27FC236}">
                <a16:creationId xmlns:a16="http://schemas.microsoft.com/office/drawing/2014/main" id="{F0E4A40D-D48F-7DB3-2427-FD6F7FCEC6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8307" y="177486"/>
            <a:ext cx="585106" cy="585106"/>
          </a:xfrm>
          <a:prstGeom prst="rect">
            <a:avLst/>
          </a:prstGeom>
        </p:spPr>
      </p:pic>
    </p:spTree>
    <p:extLst>
      <p:ext uri="{BB962C8B-B14F-4D97-AF65-F5344CB8AC3E}">
        <p14:creationId xmlns:p14="http://schemas.microsoft.com/office/powerpoint/2010/main" val="336601494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C64A9C38-2E1B-0625-3A75-10F65142E9BC}"/>
              </a:ext>
            </a:extLst>
          </p:cNvPr>
          <p:cNvCxnSpPr/>
          <p:nvPr/>
        </p:nvCxnSpPr>
        <p:spPr>
          <a:xfrm>
            <a:off x="469784" y="864066"/>
            <a:ext cx="11291581" cy="0"/>
          </a:xfrm>
          <a:prstGeom prst="line">
            <a:avLst/>
          </a:prstGeom>
          <a:ln w="12700">
            <a:solidFill>
              <a:srgbClr val="E3001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FD0795A3-2F4C-F5AF-F840-FD2FD2087C0B}"/>
              </a:ext>
            </a:extLst>
          </p:cNvPr>
          <p:cNvSpPr txBox="1"/>
          <p:nvPr/>
        </p:nvSpPr>
        <p:spPr>
          <a:xfrm>
            <a:off x="413035" y="140257"/>
            <a:ext cx="6668507" cy="461665"/>
          </a:xfrm>
          <a:prstGeom prst="rect">
            <a:avLst/>
          </a:prstGeom>
          <a:noFill/>
        </p:spPr>
        <p:txBody>
          <a:bodyPr wrap="square" lIns="91440" tIns="45720" rIns="91440" bIns="45720" rtlCol="0" anchor="t">
            <a:spAutoFit/>
          </a:bodyPr>
          <a:lstStyle/>
          <a:p>
            <a:r>
              <a:rPr lang="en-GB" sz="2400" b="1" dirty="0">
                <a:solidFill>
                  <a:srgbClr val="355FAB"/>
                </a:solidFill>
                <a:latin typeface="Arial"/>
                <a:ea typeface="ADLaM Display"/>
                <a:cs typeface="Arial"/>
              </a:rPr>
              <a:t>Company</a:t>
            </a:r>
            <a:r>
              <a:rPr lang="en-GB" sz="2000" b="1" dirty="0">
                <a:solidFill>
                  <a:srgbClr val="355FAB"/>
                </a:solidFill>
                <a:latin typeface="Arial"/>
                <a:ea typeface="ADLaM Display"/>
                <a:cs typeface="Arial"/>
              </a:rPr>
              <a:t> </a:t>
            </a:r>
            <a:r>
              <a:rPr lang="en-GB" sz="2400" b="1" dirty="0">
                <a:solidFill>
                  <a:srgbClr val="355FAB"/>
                </a:solidFill>
                <a:latin typeface="Arial"/>
                <a:ea typeface="ADLaM Display"/>
                <a:cs typeface="Arial"/>
              </a:rPr>
              <a:t>Overview &amp; Share Performance</a:t>
            </a:r>
            <a:endParaRPr lang="en-GB" sz="2000" b="1" dirty="0">
              <a:solidFill>
                <a:srgbClr val="355FAB"/>
              </a:solidFill>
              <a:latin typeface="Arial" panose="020B0604020202020204" pitchFamily="34" charset="0"/>
              <a:ea typeface="ADLaM Display" panose="020F0502020204030204" pitchFamily="2" charset="0"/>
              <a:cs typeface="Arial" panose="020B0604020202020204" pitchFamily="34" charset="0"/>
            </a:endParaRPr>
          </a:p>
        </p:txBody>
      </p:sp>
      <p:pic>
        <p:nvPicPr>
          <p:cNvPr id="11" name="Picture 10" descr="Logo&#10;&#10;Description automatically generated with low confidence">
            <a:extLst>
              <a:ext uri="{FF2B5EF4-FFF2-40B4-BE49-F238E27FC236}">
                <a16:creationId xmlns:a16="http://schemas.microsoft.com/office/drawing/2014/main" id="{E22B38A6-6FA7-D421-762B-E50AE8E4EE26}"/>
              </a:ext>
            </a:extLst>
          </p:cNvPr>
          <p:cNvPicPr>
            <a:picLocks noChangeAspect="1"/>
          </p:cNvPicPr>
          <p:nvPr/>
        </p:nvPicPr>
        <p:blipFill rotWithShape="1">
          <a:blip r:embed="rId2"/>
          <a:srcRect t="2292"/>
          <a:stretch/>
        </p:blipFill>
        <p:spPr>
          <a:xfrm>
            <a:off x="11210624" y="149368"/>
            <a:ext cx="550741" cy="661623"/>
          </a:xfrm>
          <a:prstGeom prst="rect">
            <a:avLst/>
          </a:prstGeom>
        </p:spPr>
      </p:pic>
      <p:sp>
        <p:nvSpPr>
          <p:cNvPr id="12" name="Slide Number Placeholder 11">
            <a:extLst>
              <a:ext uri="{FF2B5EF4-FFF2-40B4-BE49-F238E27FC236}">
                <a16:creationId xmlns:a16="http://schemas.microsoft.com/office/drawing/2014/main" id="{54F16F8B-4531-2794-81B2-967503451EC3}"/>
              </a:ext>
            </a:extLst>
          </p:cNvPr>
          <p:cNvSpPr>
            <a:spLocks noGrp="1"/>
          </p:cNvSpPr>
          <p:nvPr>
            <p:ph type="sldNum" sz="quarter" idx="12"/>
          </p:nvPr>
        </p:nvSpPr>
        <p:spPr/>
        <p:txBody>
          <a:bodyPr/>
          <a:lstStyle/>
          <a:p>
            <a:fld id="{B0B96B13-3B2C-4D2F-B5C6-31437AAE5D43}" type="slidenum">
              <a:rPr lang="en-GB" dirty="0" smtClean="0"/>
              <a:t>3</a:t>
            </a:fld>
            <a:endParaRPr lang="en-GB"/>
          </a:p>
        </p:txBody>
      </p:sp>
      <p:pic>
        <p:nvPicPr>
          <p:cNvPr id="19" name="Picture 18" descr="A graph with red arrows and white text&#10;&#10;AI-generated content may be incorrect.">
            <a:extLst>
              <a:ext uri="{FF2B5EF4-FFF2-40B4-BE49-F238E27FC236}">
                <a16:creationId xmlns:a16="http://schemas.microsoft.com/office/drawing/2014/main" id="{65F84B49-5CCE-A775-31DB-7D4418162772}"/>
              </a:ext>
            </a:extLst>
          </p:cNvPr>
          <p:cNvPicPr>
            <a:picLocks noChangeAspect="1"/>
          </p:cNvPicPr>
          <p:nvPr/>
        </p:nvPicPr>
        <p:blipFill>
          <a:blip r:embed="rId3"/>
          <a:stretch>
            <a:fillRect/>
          </a:stretch>
        </p:blipFill>
        <p:spPr>
          <a:xfrm>
            <a:off x="6640501" y="1249996"/>
            <a:ext cx="5122806" cy="2314726"/>
          </a:xfrm>
          <a:prstGeom prst="rect">
            <a:avLst/>
          </a:prstGeom>
        </p:spPr>
      </p:pic>
      <p:pic>
        <p:nvPicPr>
          <p:cNvPr id="20" name="Picture 19" descr="A graph of stock market&#10;&#10;AI-generated content may be incorrect.">
            <a:extLst>
              <a:ext uri="{FF2B5EF4-FFF2-40B4-BE49-F238E27FC236}">
                <a16:creationId xmlns:a16="http://schemas.microsoft.com/office/drawing/2014/main" id="{095AFC0A-89E3-B842-D1CD-545983D2DED0}"/>
              </a:ext>
            </a:extLst>
          </p:cNvPr>
          <p:cNvPicPr>
            <a:picLocks noChangeAspect="1"/>
          </p:cNvPicPr>
          <p:nvPr/>
        </p:nvPicPr>
        <p:blipFill>
          <a:blip r:embed="rId4"/>
          <a:stretch>
            <a:fillRect/>
          </a:stretch>
        </p:blipFill>
        <p:spPr>
          <a:xfrm>
            <a:off x="6642891" y="4051304"/>
            <a:ext cx="5119714" cy="2301588"/>
          </a:xfrm>
          <a:prstGeom prst="rect">
            <a:avLst/>
          </a:prstGeom>
        </p:spPr>
      </p:pic>
      <p:sp>
        <p:nvSpPr>
          <p:cNvPr id="23" name="TextBox 22">
            <a:extLst>
              <a:ext uri="{FF2B5EF4-FFF2-40B4-BE49-F238E27FC236}">
                <a16:creationId xmlns:a16="http://schemas.microsoft.com/office/drawing/2014/main" id="{B3736918-0386-BB72-30B0-232960739C3C}"/>
              </a:ext>
            </a:extLst>
          </p:cNvPr>
          <p:cNvSpPr txBox="1"/>
          <p:nvPr/>
        </p:nvSpPr>
        <p:spPr>
          <a:xfrm>
            <a:off x="6554236" y="866535"/>
            <a:ext cx="5224830" cy="261610"/>
          </a:xfrm>
          <a:prstGeom prst="rect">
            <a:avLst/>
          </a:prstGeom>
          <a:noFill/>
        </p:spPr>
        <p:txBody>
          <a:bodyPr wrap="square" lIns="91440" tIns="45720" rIns="91440" bIns="45720" rtlCol="0" anchor="t">
            <a:spAutoFit/>
          </a:bodyPr>
          <a:lstStyle/>
          <a:p>
            <a:pPr algn="ctr"/>
            <a:r>
              <a:rPr lang="en-GB" sz="1100" b="1">
                <a:solidFill>
                  <a:srgbClr val="355FAB"/>
                </a:solidFill>
                <a:latin typeface="Arial"/>
                <a:cs typeface="Arial"/>
              </a:rPr>
              <a:t>Air Liquide 5-year Share Performance and Chart Analysis</a:t>
            </a:r>
            <a:endParaRPr lang="en-US" sz="1100">
              <a:ea typeface="Calibri"/>
              <a:cs typeface="Calibri"/>
            </a:endParaRPr>
          </a:p>
        </p:txBody>
      </p:sp>
      <p:cxnSp>
        <p:nvCxnSpPr>
          <p:cNvPr id="26" name="Straight Connector 25">
            <a:extLst>
              <a:ext uri="{FF2B5EF4-FFF2-40B4-BE49-F238E27FC236}">
                <a16:creationId xmlns:a16="http://schemas.microsoft.com/office/drawing/2014/main" id="{F60952E0-7350-74FB-5886-3BE873FE3E7C}"/>
              </a:ext>
            </a:extLst>
          </p:cNvPr>
          <p:cNvCxnSpPr>
            <a:cxnSpLocks/>
          </p:cNvCxnSpPr>
          <p:nvPr/>
        </p:nvCxnSpPr>
        <p:spPr>
          <a:xfrm flipV="1">
            <a:off x="6538814" y="1132502"/>
            <a:ext cx="5220820" cy="3256"/>
          </a:xfrm>
          <a:prstGeom prst="line">
            <a:avLst/>
          </a:prstGeom>
          <a:ln w="12700">
            <a:solidFill>
              <a:srgbClr val="E30011"/>
            </a:solidFill>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68B4B817-38B4-577C-66B0-E958D0F4D874}"/>
              </a:ext>
            </a:extLst>
          </p:cNvPr>
          <p:cNvSpPr txBox="1"/>
          <p:nvPr/>
        </p:nvSpPr>
        <p:spPr>
          <a:xfrm>
            <a:off x="6552224" y="3617552"/>
            <a:ext cx="5224830" cy="261610"/>
          </a:xfrm>
          <a:prstGeom prst="rect">
            <a:avLst/>
          </a:prstGeom>
          <a:noFill/>
        </p:spPr>
        <p:txBody>
          <a:bodyPr wrap="square" lIns="91440" tIns="45720" rIns="91440" bIns="45720" rtlCol="0" anchor="t">
            <a:spAutoFit/>
          </a:bodyPr>
          <a:lstStyle/>
          <a:p>
            <a:pPr algn="ctr"/>
            <a:r>
              <a:rPr lang="en-GB" sz="1100" b="1" dirty="0">
                <a:solidFill>
                  <a:srgbClr val="355FAB"/>
                </a:solidFill>
                <a:latin typeface="Arial"/>
                <a:cs typeface="Arial"/>
              </a:rPr>
              <a:t>5-year Stock Performance vs STOXX Europe 600 Chemicals Index</a:t>
            </a:r>
            <a:endParaRPr lang="en-US" sz="1100" dirty="0">
              <a:ea typeface="Calibri"/>
              <a:cs typeface="Calibri"/>
            </a:endParaRPr>
          </a:p>
        </p:txBody>
      </p:sp>
      <p:cxnSp>
        <p:nvCxnSpPr>
          <p:cNvPr id="28" name="Straight Connector 27">
            <a:extLst>
              <a:ext uri="{FF2B5EF4-FFF2-40B4-BE49-F238E27FC236}">
                <a16:creationId xmlns:a16="http://schemas.microsoft.com/office/drawing/2014/main" id="{083421FB-5A7D-56C2-6A5B-054DCEBB4E30}"/>
              </a:ext>
            </a:extLst>
          </p:cNvPr>
          <p:cNvCxnSpPr>
            <a:cxnSpLocks/>
          </p:cNvCxnSpPr>
          <p:nvPr/>
        </p:nvCxnSpPr>
        <p:spPr>
          <a:xfrm flipV="1">
            <a:off x="6536802" y="3891713"/>
            <a:ext cx="5220820" cy="3256"/>
          </a:xfrm>
          <a:prstGeom prst="line">
            <a:avLst/>
          </a:prstGeom>
          <a:ln w="12700">
            <a:solidFill>
              <a:srgbClr val="E30011"/>
            </a:solidFill>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E132D4A-E06A-A4C8-0AEB-70C96A42AB5B}"/>
              </a:ext>
            </a:extLst>
          </p:cNvPr>
          <p:cNvSpPr txBox="1"/>
          <p:nvPr/>
        </p:nvSpPr>
        <p:spPr>
          <a:xfrm>
            <a:off x="413035" y="514523"/>
            <a:ext cx="3884102" cy="338554"/>
          </a:xfrm>
          <a:prstGeom prst="rect">
            <a:avLst/>
          </a:prstGeom>
          <a:noFill/>
        </p:spPr>
        <p:txBody>
          <a:bodyPr wrap="square" lIns="91440" tIns="45720" rIns="91440" bIns="45720" rtlCol="0" anchor="t">
            <a:spAutoFit/>
          </a:bodyPr>
          <a:lstStyle/>
          <a:p>
            <a:r>
              <a:rPr lang="en-GB" sz="1600" i="1" dirty="0">
                <a:latin typeface="Grandview Display" panose="020B0502040204020203" pitchFamily="34" charset="0"/>
              </a:rPr>
              <a:t>Investment &amp; Company Overview</a:t>
            </a:r>
          </a:p>
        </p:txBody>
      </p:sp>
      <p:pic>
        <p:nvPicPr>
          <p:cNvPr id="10" name="Picture 9" descr="A person in a suit and tie&#10;&#10;Description automatically generated">
            <a:extLst>
              <a:ext uri="{FF2B5EF4-FFF2-40B4-BE49-F238E27FC236}">
                <a16:creationId xmlns:a16="http://schemas.microsoft.com/office/drawing/2014/main" id="{76DB278A-8462-B0F0-E2BC-D3CD56B06AA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9967" y="1632828"/>
            <a:ext cx="900000" cy="1108800"/>
          </a:xfrm>
          <a:prstGeom prst="rect">
            <a:avLst/>
          </a:prstGeom>
        </p:spPr>
      </p:pic>
      <p:pic>
        <p:nvPicPr>
          <p:cNvPr id="13" name="Picture 12" descr="A person in a suit&#10;&#10;Description automatically generated">
            <a:extLst>
              <a:ext uri="{FF2B5EF4-FFF2-40B4-BE49-F238E27FC236}">
                <a16:creationId xmlns:a16="http://schemas.microsoft.com/office/drawing/2014/main" id="{4B82DE6C-AE00-17E1-4524-973E76F57EAC}"/>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507497" y="1632828"/>
            <a:ext cx="900000" cy="1108800"/>
          </a:xfrm>
          <a:prstGeom prst="rect">
            <a:avLst/>
          </a:prstGeom>
        </p:spPr>
      </p:pic>
      <p:sp>
        <p:nvSpPr>
          <p:cNvPr id="14" name="TextBox 13">
            <a:extLst>
              <a:ext uri="{FF2B5EF4-FFF2-40B4-BE49-F238E27FC236}">
                <a16:creationId xmlns:a16="http://schemas.microsoft.com/office/drawing/2014/main" id="{1CF5E3B5-7CF7-BFF8-DAAE-D1CB73F92944}"/>
              </a:ext>
            </a:extLst>
          </p:cNvPr>
          <p:cNvSpPr txBox="1"/>
          <p:nvPr/>
        </p:nvSpPr>
        <p:spPr>
          <a:xfrm>
            <a:off x="1409967" y="1587063"/>
            <a:ext cx="2179247" cy="1200329"/>
          </a:xfrm>
          <a:prstGeom prst="rect">
            <a:avLst/>
          </a:prstGeom>
          <a:noFill/>
        </p:spPr>
        <p:txBody>
          <a:bodyPr wrap="square" rtlCol="0">
            <a:spAutoFit/>
          </a:bodyPr>
          <a:lstStyle/>
          <a:p>
            <a:r>
              <a:rPr lang="en-GB" sz="1200" b="1" i="0" u="none" strike="noStrike" dirty="0">
                <a:effectLst/>
                <a:latin typeface="Grandview Display" panose="020B0502040204020203" pitchFamily="34" charset="0"/>
              </a:rPr>
              <a:t>François Jackow </a:t>
            </a:r>
            <a:r>
              <a:rPr lang="en-GB" sz="1200" b="1" dirty="0">
                <a:latin typeface="Grandview Display" panose="020B0502040204020203" pitchFamily="34" charset="0"/>
              </a:rPr>
              <a:t>–</a:t>
            </a:r>
            <a:r>
              <a:rPr lang="en-GB" sz="1200" b="1" i="0" u="none" strike="noStrike" dirty="0">
                <a:effectLst/>
                <a:latin typeface="Grandview Display" panose="020B0502040204020203" pitchFamily="34" charset="0"/>
              </a:rPr>
              <a:t> CEO</a:t>
            </a:r>
          </a:p>
          <a:p>
            <a:r>
              <a:rPr lang="en-GB" sz="1000" i="0" u="none" strike="noStrike" dirty="0">
                <a:effectLst/>
                <a:latin typeface="Grandview Display" panose="020B0502040204020203" pitchFamily="34" charset="0"/>
              </a:rPr>
              <a:t>Appointed in 2022, having joined Air Liquide 20 years prior. Previous experience </a:t>
            </a:r>
            <a:r>
              <a:rPr lang="en-GB" sz="1000" dirty="0">
                <a:latin typeface="Grandview Display" panose="020B0502040204020203" pitchFamily="34" charset="0"/>
              </a:rPr>
              <a:t>within</a:t>
            </a:r>
            <a:r>
              <a:rPr lang="en-GB" sz="1000" i="0" u="none" strike="noStrike" dirty="0">
                <a:effectLst/>
                <a:latin typeface="Grandview Display" panose="020B0502040204020203" pitchFamily="34" charset="0"/>
              </a:rPr>
              <a:t> Air Liquide includes CMO of R&amp;D/Innovation, Japan CEO, and Head of Large Industries.</a:t>
            </a:r>
            <a:endParaRPr lang="en-US" sz="1000" dirty="0">
              <a:latin typeface="Grandview Display" panose="020B0502040204020203" pitchFamily="34" charset="0"/>
            </a:endParaRPr>
          </a:p>
        </p:txBody>
      </p:sp>
      <p:sp>
        <p:nvSpPr>
          <p:cNvPr id="15" name="TextBox 14">
            <a:extLst>
              <a:ext uri="{FF2B5EF4-FFF2-40B4-BE49-F238E27FC236}">
                <a16:creationId xmlns:a16="http://schemas.microsoft.com/office/drawing/2014/main" id="{8AAD8FD4-32A1-6015-EA99-8BAF9E3C2AFD}"/>
              </a:ext>
            </a:extLst>
          </p:cNvPr>
          <p:cNvSpPr txBox="1"/>
          <p:nvPr/>
        </p:nvSpPr>
        <p:spPr>
          <a:xfrm>
            <a:off x="4401243" y="1584812"/>
            <a:ext cx="2135291" cy="1354217"/>
          </a:xfrm>
          <a:prstGeom prst="rect">
            <a:avLst/>
          </a:prstGeom>
          <a:noFill/>
        </p:spPr>
        <p:txBody>
          <a:bodyPr wrap="square" rtlCol="0">
            <a:spAutoFit/>
          </a:bodyPr>
          <a:lstStyle/>
          <a:p>
            <a:r>
              <a:rPr lang="en-GB" sz="1200" b="1" i="0" u="none" strike="noStrike" dirty="0">
                <a:effectLst/>
                <a:latin typeface="Grandview Display" panose="020B0502040204020203" pitchFamily="34" charset="0"/>
              </a:rPr>
              <a:t>Jérôme Pelletan – CFO</a:t>
            </a:r>
          </a:p>
          <a:p>
            <a:r>
              <a:rPr lang="en-GB" sz="1000" dirty="0">
                <a:latin typeface="Grandview Display" panose="020B0502040204020203" pitchFamily="34" charset="0"/>
              </a:rPr>
              <a:t>Appointed in 2021, having joined Air Liquide in 2006. Previously </a:t>
            </a:r>
            <a:r>
              <a:rPr lang="en-GB" sz="1000" b="0" i="0" u="none" strike="noStrike" dirty="0">
                <a:effectLst/>
                <a:latin typeface="Grandview Display" panose="020B0502040204020203" pitchFamily="34" charset="0"/>
              </a:rPr>
              <a:t>CFO in Taiwan, Latin America, and the Americas Hub at Air Liquide</a:t>
            </a:r>
            <a:r>
              <a:rPr lang="en-GB" sz="1000" dirty="0">
                <a:latin typeface="Grandview Display" panose="020B0502040204020203" pitchFamily="34" charset="0"/>
              </a:rPr>
              <a:t>, </a:t>
            </a:r>
            <a:r>
              <a:rPr lang="en-GB" sz="1000" b="0" i="0" u="none" strike="noStrike" dirty="0">
                <a:effectLst/>
                <a:latin typeface="Grandview Display" panose="020B0502040204020203" pitchFamily="34" charset="0"/>
              </a:rPr>
              <a:t>with experience in financial management roles at Deloitte, Accor and Hermès.</a:t>
            </a:r>
            <a:endParaRPr lang="en-US" sz="1000" dirty="0">
              <a:latin typeface="Grandview Display" panose="020B0502040204020203" pitchFamily="34" charset="0"/>
            </a:endParaRPr>
          </a:p>
        </p:txBody>
      </p:sp>
      <p:sp>
        <p:nvSpPr>
          <p:cNvPr id="22" name="Rectangle 21">
            <a:extLst>
              <a:ext uri="{FF2B5EF4-FFF2-40B4-BE49-F238E27FC236}">
                <a16:creationId xmlns:a16="http://schemas.microsoft.com/office/drawing/2014/main" id="{035A4C2D-F5FD-B3C3-3600-4437FF09A5F9}"/>
              </a:ext>
            </a:extLst>
          </p:cNvPr>
          <p:cNvSpPr/>
          <p:nvPr/>
        </p:nvSpPr>
        <p:spPr>
          <a:xfrm>
            <a:off x="784630" y="945099"/>
            <a:ext cx="1388776" cy="3798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D421376C-1C16-2BDA-D185-5701359E0AC5}"/>
              </a:ext>
            </a:extLst>
          </p:cNvPr>
          <p:cNvSpPr txBox="1"/>
          <p:nvPr/>
        </p:nvSpPr>
        <p:spPr>
          <a:xfrm>
            <a:off x="405037" y="866603"/>
            <a:ext cx="6131497" cy="692497"/>
          </a:xfrm>
          <a:prstGeom prst="rect">
            <a:avLst/>
          </a:prstGeom>
          <a:noFill/>
        </p:spPr>
        <p:txBody>
          <a:bodyPr wrap="square" rtlCol="0">
            <a:spAutoFit/>
          </a:bodyPr>
          <a:lstStyle/>
          <a:p>
            <a:r>
              <a:rPr lang="en-US" sz="1300" dirty="0">
                <a:latin typeface="Grandview Display" panose="020B0502040204020203" pitchFamily="34" charset="0"/>
              </a:rPr>
              <a:t>Air Liquide, founded in 1902, currently operates in over 70 countries. They are the second largest suppliers of industrial gases by revenue, supplying various industries including medical, industrial, and electronic manufacturing.</a:t>
            </a:r>
          </a:p>
        </p:txBody>
      </p:sp>
      <p:sp>
        <p:nvSpPr>
          <p:cNvPr id="31" name="TextBox 30">
            <a:extLst>
              <a:ext uri="{FF2B5EF4-FFF2-40B4-BE49-F238E27FC236}">
                <a16:creationId xmlns:a16="http://schemas.microsoft.com/office/drawing/2014/main" id="{92082CEA-CABB-76FB-204D-20A4F84630C7}"/>
              </a:ext>
            </a:extLst>
          </p:cNvPr>
          <p:cNvSpPr txBox="1"/>
          <p:nvPr/>
        </p:nvSpPr>
        <p:spPr>
          <a:xfrm>
            <a:off x="405037" y="2956954"/>
            <a:ext cx="6147188" cy="2277547"/>
          </a:xfrm>
          <a:prstGeom prst="rect">
            <a:avLst/>
          </a:prstGeom>
          <a:noFill/>
        </p:spPr>
        <p:txBody>
          <a:bodyPr wrap="square" rtlCol="0">
            <a:spAutoFit/>
          </a:bodyPr>
          <a:lstStyle/>
          <a:p>
            <a:r>
              <a:rPr lang="en-US" sz="1100" b="1" dirty="0">
                <a:latin typeface="Grandview Display" panose="020B0502040204020203" pitchFamily="34" charset="0"/>
              </a:rPr>
              <a:t>Business Model: </a:t>
            </a:r>
            <a:r>
              <a:rPr lang="en-US" sz="1100" dirty="0">
                <a:latin typeface="Grandview Display" panose="020B0502040204020203" pitchFamily="34" charset="0"/>
              </a:rPr>
              <a:t>Air Liquide produces and distributes industrial, medical, and specialty gases through long-term contracts and on-site systems. The company holds a leading global market share, operates a highly integrated production network, and maintains strong cash flows supporting large scale clean energy projects.</a:t>
            </a:r>
          </a:p>
          <a:p>
            <a:endParaRPr lang="en-US" sz="500" dirty="0">
              <a:latin typeface="Grandview Display" panose="020B0502040204020203" pitchFamily="34" charset="0"/>
            </a:endParaRPr>
          </a:p>
          <a:p>
            <a:r>
              <a:rPr lang="en-US" sz="1100" b="1" dirty="0">
                <a:latin typeface="Grandview Display" panose="020B0502040204020203" pitchFamily="34" charset="0"/>
              </a:rPr>
              <a:t>Strategy:</a:t>
            </a:r>
            <a:r>
              <a:rPr lang="en-US" sz="1100" dirty="0">
                <a:latin typeface="Grandview Display" panose="020B0502040204020203" pitchFamily="34" charset="0"/>
              </a:rPr>
              <a:t> </a:t>
            </a:r>
            <a:r>
              <a:rPr lang="en-GB" sz="1100" b="0" i="0" u="none" strike="noStrike" dirty="0">
                <a:solidFill>
                  <a:srgbClr val="000000"/>
                </a:solidFill>
                <a:effectLst/>
                <a:latin typeface="Grandview Display" panose="020B0502040204020203" pitchFamily="34" charset="0"/>
              </a:rPr>
              <a:t>After reinforcing its position as one of the largest industrial gas providers, Air Liquide has continued to consolidate its market presence. The company is leveraging multibillion-dollar annual capex and R&amp;D programs to expand into hydrogen, biomethane, carbon-capture, and advanced electronics gases supporting semiconductor growth.</a:t>
            </a:r>
          </a:p>
          <a:p>
            <a:endParaRPr lang="en-GB" sz="500" b="0" i="0" u="none" strike="noStrike" dirty="0">
              <a:solidFill>
                <a:srgbClr val="000000"/>
              </a:solidFill>
              <a:effectLst/>
              <a:latin typeface="Grandview Display" panose="020B0502040204020203" pitchFamily="34" charset="0"/>
            </a:endParaRPr>
          </a:p>
          <a:p>
            <a:r>
              <a:rPr lang="en-GB" sz="1100" b="1" dirty="0">
                <a:solidFill>
                  <a:srgbClr val="000000"/>
                </a:solidFill>
                <a:latin typeface="Grandview Display" panose="020B0502040204020203" pitchFamily="34" charset="0"/>
              </a:rPr>
              <a:t>Differentiating Factors: </a:t>
            </a:r>
            <a:r>
              <a:rPr lang="en-GB" sz="1100" b="0" i="0" u="none" strike="noStrike" dirty="0">
                <a:solidFill>
                  <a:srgbClr val="000000"/>
                </a:solidFill>
                <a:effectLst/>
                <a:latin typeface="Grandview Display" panose="020B0502040204020203" pitchFamily="34" charset="0"/>
              </a:rPr>
              <a:t>Air Liquide’s entrenched infrastructure, long-duration contracts, and high switching costs make its market share extremely defensible. Its early leadership in hydrogen and essential role across healthcare and industrial supply chains</a:t>
            </a:r>
            <a:r>
              <a:rPr lang="en-GB" sz="1100" dirty="0">
                <a:solidFill>
                  <a:srgbClr val="000000"/>
                </a:solidFill>
                <a:latin typeface="Grandview Display" panose="020B0502040204020203" pitchFamily="34" charset="0"/>
              </a:rPr>
              <a:t>,</a:t>
            </a:r>
            <a:r>
              <a:rPr lang="en-GB" sz="1100" b="0" i="0" u="none" strike="noStrike" dirty="0">
                <a:solidFill>
                  <a:srgbClr val="000000"/>
                </a:solidFill>
                <a:effectLst/>
                <a:latin typeface="Grandview Display" panose="020B0502040204020203" pitchFamily="34" charset="0"/>
              </a:rPr>
              <a:t> further strengthen its competitiveness in the sector.</a:t>
            </a:r>
            <a:endParaRPr lang="en-US" sz="1100" b="1" i="0" u="none" strike="noStrike" dirty="0">
              <a:solidFill>
                <a:srgbClr val="000000"/>
              </a:solidFill>
              <a:effectLst/>
              <a:latin typeface="Grandview Display" panose="020B0502040204020203" pitchFamily="34" charset="0"/>
            </a:endParaRPr>
          </a:p>
        </p:txBody>
      </p:sp>
      <p:sp>
        <p:nvSpPr>
          <p:cNvPr id="33" name="TextBox 32">
            <a:extLst>
              <a:ext uri="{FF2B5EF4-FFF2-40B4-BE49-F238E27FC236}">
                <a16:creationId xmlns:a16="http://schemas.microsoft.com/office/drawing/2014/main" id="{2256616D-589C-78B0-DC6A-3DF10BE7F531}"/>
              </a:ext>
            </a:extLst>
          </p:cNvPr>
          <p:cNvSpPr txBox="1"/>
          <p:nvPr/>
        </p:nvSpPr>
        <p:spPr>
          <a:xfrm>
            <a:off x="11129963" y="-671513"/>
            <a:ext cx="184731" cy="369332"/>
          </a:xfrm>
          <a:prstGeom prst="rect">
            <a:avLst/>
          </a:prstGeom>
          <a:noFill/>
        </p:spPr>
        <p:txBody>
          <a:bodyPr wrap="none" rtlCol="0">
            <a:spAutoFit/>
          </a:bodyPr>
          <a:lstStyle/>
          <a:p>
            <a:endParaRPr lang="en-US"/>
          </a:p>
        </p:txBody>
      </p:sp>
      <p:pic>
        <p:nvPicPr>
          <p:cNvPr id="41" name="Picture 40" descr="A blue circle with red and grey numbers and text&#10;&#10;AI-generated content may be incorrect.">
            <a:extLst>
              <a:ext uri="{FF2B5EF4-FFF2-40B4-BE49-F238E27FC236}">
                <a16:creationId xmlns:a16="http://schemas.microsoft.com/office/drawing/2014/main" id="{B1662E3B-0B03-7133-F521-1CC8ADB2B9A9}"/>
              </a:ext>
            </a:extLst>
          </p:cNvPr>
          <p:cNvPicPr>
            <a:picLocks noChangeAspect="1"/>
          </p:cNvPicPr>
          <p:nvPr/>
        </p:nvPicPr>
        <p:blipFill>
          <a:blip r:embed="rId7"/>
          <a:srcRect l="14312" t="3470" r="19145" b="5678"/>
          <a:stretch>
            <a:fillRect/>
          </a:stretch>
        </p:blipFill>
        <p:spPr>
          <a:xfrm>
            <a:off x="448992" y="5294691"/>
            <a:ext cx="1638225" cy="1323226"/>
          </a:xfrm>
          <a:prstGeom prst="rect">
            <a:avLst/>
          </a:prstGeom>
        </p:spPr>
      </p:pic>
      <p:pic>
        <p:nvPicPr>
          <p:cNvPr id="42" name="Picture 41" descr="A blue and red circle with numbers and text&#10;&#10;AI-generated content may be incorrect.">
            <a:extLst>
              <a:ext uri="{FF2B5EF4-FFF2-40B4-BE49-F238E27FC236}">
                <a16:creationId xmlns:a16="http://schemas.microsoft.com/office/drawing/2014/main" id="{F5C3BCAC-A196-E1B6-C78C-0B6239ED08E4}"/>
              </a:ext>
            </a:extLst>
          </p:cNvPr>
          <p:cNvPicPr>
            <a:picLocks noChangeAspect="1"/>
          </p:cNvPicPr>
          <p:nvPr/>
        </p:nvPicPr>
        <p:blipFill>
          <a:blip r:embed="rId8"/>
          <a:srcRect l="23064" t="4609" r="21521" b="1047"/>
          <a:stretch>
            <a:fillRect/>
          </a:stretch>
        </p:blipFill>
        <p:spPr>
          <a:xfrm>
            <a:off x="2017320" y="5306281"/>
            <a:ext cx="1380059" cy="1379824"/>
          </a:xfrm>
          <a:prstGeom prst="rect">
            <a:avLst/>
          </a:prstGeom>
        </p:spPr>
      </p:pic>
      <p:pic>
        <p:nvPicPr>
          <p:cNvPr id="43" name="Picture 42" descr="A graph of a company&amp;#39;s revenue&#10;&#10;AI-generated content may be incorrect.">
            <a:extLst>
              <a:ext uri="{FF2B5EF4-FFF2-40B4-BE49-F238E27FC236}">
                <a16:creationId xmlns:a16="http://schemas.microsoft.com/office/drawing/2014/main" id="{645675D6-3A2B-44D0-FE18-52BC110A9BC5}"/>
              </a:ext>
            </a:extLst>
          </p:cNvPr>
          <p:cNvPicPr>
            <a:picLocks noChangeAspect="1"/>
          </p:cNvPicPr>
          <p:nvPr/>
        </p:nvPicPr>
        <p:blipFill>
          <a:blip r:embed="rId9"/>
          <a:srcRect l="22608" t="1688" r="18182" b="6078"/>
          <a:stretch>
            <a:fillRect/>
          </a:stretch>
        </p:blipFill>
        <p:spPr>
          <a:xfrm>
            <a:off x="3397380" y="5230563"/>
            <a:ext cx="1549102" cy="1350810"/>
          </a:xfrm>
          <a:prstGeom prst="rect">
            <a:avLst/>
          </a:prstGeom>
        </p:spPr>
      </p:pic>
      <p:pic>
        <p:nvPicPr>
          <p:cNvPr id="44" name="Picture 43">
            <a:extLst>
              <a:ext uri="{FF2B5EF4-FFF2-40B4-BE49-F238E27FC236}">
                <a16:creationId xmlns:a16="http://schemas.microsoft.com/office/drawing/2014/main" id="{6ED802B1-A07D-68CD-6CFE-5559E934EDD5}"/>
              </a:ext>
            </a:extLst>
          </p:cNvPr>
          <p:cNvPicPr>
            <a:picLocks noChangeAspect="1"/>
          </p:cNvPicPr>
          <p:nvPr/>
        </p:nvPicPr>
        <p:blipFill>
          <a:blip r:embed="rId10"/>
          <a:srcRect l="18636" t="955" r="19468" b="2880"/>
          <a:stretch>
            <a:fillRect/>
          </a:stretch>
        </p:blipFill>
        <p:spPr>
          <a:xfrm>
            <a:off x="4876205" y="5220301"/>
            <a:ext cx="1576214" cy="1450846"/>
          </a:xfrm>
          <a:prstGeom prst="rect">
            <a:avLst/>
          </a:prstGeom>
        </p:spPr>
      </p:pic>
      <p:cxnSp>
        <p:nvCxnSpPr>
          <p:cNvPr id="3" name="Straight Connector 2">
            <a:extLst>
              <a:ext uri="{FF2B5EF4-FFF2-40B4-BE49-F238E27FC236}">
                <a16:creationId xmlns:a16="http://schemas.microsoft.com/office/drawing/2014/main" id="{1C4128C0-55E8-8465-F6B2-6894928B6F31}"/>
              </a:ext>
            </a:extLst>
          </p:cNvPr>
          <p:cNvCxnSpPr/>
          <p:nvPr/>
        </p:nvCxnSpPr>
        <p:spPr>
          <a:xfrm>
            <a:off x="11149831" y="296091"/>
            <a:ext cx="0" cy="383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logo for a company&#10;&#10;AI-generated content may be incorrect.">
            <a:extLst>
              <a:ext uri="{FF2B5EF4-FFF2-40B4-BE49-F238E27FC236}">
                <a16:creationId xmlns:a16="http://schemas.microsoft.com/office/drawing/2014/main" id="{336F4D20-4692-163D-2E45-84F5A71CC8A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458307" y="177486"/>
            <a:ext cx="585106" cy="585106"/>
          </a:xfrm>
          <a:prstGeom prst="rect">
            <a:avLst/>
          </a:prstGeom>
        </p:spPr>
      </p:pic>
    </p:spTree>
    <p:extLst>
      <p:ext uri="{BB962C8B-B14F-4D97-AF65-F5344CB8AC3E}">
        <p14:creationId xmlns:p14="http://schemas.microsoft.com/office/powerpoint/2010/main" val="4280759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C2D6F-ADD6-E746-D98C-BA3B07AB951E}"/>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72CCF34-CF50-8245-B2A8-92543C1CBBBB}"/>
              </a:ext>
            </a:extLst>
          </p:cNvPr>
          <p:cNvCxnSpPr/>
          <p:nvPr/>
        </p:nvCxnSpPr>
        <p:spPr>
          <a:xfrm>
            <a:off x="469784" y="864066"/>
            <a:ext cx="11291581" cy="0"/>
          </a:xfrm>
          <a:prstGeom prst="line">
            <a:avLst/>
          </a:prstGeom>
          <a:ln w="12700">
            <a:solidFill>
              <a:srgbClr val="E30011"/>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7B719A98-755B-95CC-3855-2011B884CB4B}"/>
              </a:ext>
            </a:extLst>
          </p:cNvPr>
          <p:cNvSpPr txBox="1"/>
          <p:nvPr/>
        </p:nvSpPr>
        <p:spPr>
          <a:xfrm>
            <a:off x="404072" y="132177"/>
            <a:ext cx="9301040" cy="830997"/>
          </a:xfrm>
          <a:prstGeom prst="rect">
            <a:avLst/>
          </a:prstGeom>
          <a:noFill/>
        </p:spPr>
        <p:txBody>
          <a:bodyPr wrap="square" lIns="91440" tIns="45720" rIns="91440" bIns="45720" rtlCol="0" anchor="t">
            <a:spAutoFit/>
          </a:bodyPr>
          <a:lstStyle/>
          <a:p>
            <a:r>
              <a:rPr lang="en-GB" sz="2400" b="1" dirty="0">
                <a:solidFill>
                  <a:srgbClr val="355FAB"/>
                </a:solidFill>
                <a:latin typeface="Arial"/>
                <a:ea typeface="ADLaM Display"/>
                <a:cs typeface="Arial"/>
              </a:rPr>
              <a:t>Market Structure &amp; Growth Trajectory</a:t>
            </a:r>
          </a:p>
          <a:p>
            <a:endParaRPr lang="en-GB" sz="2400" b="1" dirty="0">
              <a:solidFill>
                <a:srgbClr val="002060"/>
              </a:solidFill>
              <a:latin typeface="Arial" panose="020B0604020202020204" pitchFamily="34" charset="0"/>
              <a:ea typeface="ADLaM Display" panose="020F0502020204030204" pitchFamily="2" charset="0"/>
              <a:cs typeface="Arial" panose="020B0604020202020204" pitchFamily="34" charset="0"/>
            </a:endParaRPr>
          </a:p>
        </p:txBody>
      </p:sp>
      <p:pic>
        <p:nvPicPr>
          <p:cNvPr id="11" name="Picture 10" descr="Logo&#10;&#10;Description automatically generated with low confidence">
            <a:extLst>
              <a:ext uri="{FF2B5EF4-FFF2-40B4-BE49-F238E27FC236}">
                <a16:creationId xmlns:a16="http://schemas.microsoft.com/office/drawing/2014/main" id="{8235DCE6-954C-34FA-FA43-F52AFFF39E0C}"/>
              </a:ext>
            </a:extLst>
          </p:cNvPr>
          <p:cNvPicPr>
            <a:picLocks noChangeAspect="1"/>
          </p:cNvPicPr>
          <p:nvPr/>
        </p:nvPicPr>
        <p:blipFill rotWithShape="1">
          <a:blip r:embed="rId3"/>
          <a:srcRect t="2292"/>
          <a:stretch/>
        </p:blipFill>
        <p:spPr>
          <a:xfrm>
            <a:off x="11210624" y="155703"/>
            <a:ext cx="550741" cy="661623"/>
          </a:xfrm>
          <a:prstGeom prst="rect">
            <a:avLst/>
          </a:prstGeom>
        </p:spPr>
      </p:pic>
      <p:sp>
        <p:nvSpPr>
          <p:cNvPr id="12" name="Slide Number Placeholder 11">
            <a:extLst>
              <a:ext uri="{FF2B5EF4-FFF2-40B4-BE49-F238E27FC236}">
                <a16:creationId xmlns:a16="http://schemas.microsoft.com/office/drawing/2014/main" id="{FF1857E8-DB2E-3530-AD4F-E6EF0D63A44A}"/>
              </a:ext>
            </a:extLst>
          </p:cNvPr>
          <p:cNvSpPr>
            <a:spLocks noGrp="1"/>
          </p:cNvSpPr>
          <p:nvPr>
            <p:ph type="sldNum" sz="quarter" idx="12"/>
          </p:nvPr>
        </p:nvSpPr>
        <p:spPr/>
        <p:txBody>
          <a:bodyPr/>
          <a:lstStyle/>
          <a:p>
            <a:fld id="{B0B96B13-3B2C-4D2F-B5C6-31437AAE5D43}" type="slidenum">
              <a:rPr lang="en-GB" smtClean="0"/>
              <a:t>4</a:t>
            </a:fld>
            <a:endParaRPr lang="en-GB" dirty="0"/>
          </a:p>
        </p:txBody>
      </p:sp>
      <p:sp>
        <p:nvSpPr>
          <p:cNvPr id="13" name="TextBox 12">
            <a:extLst>
              <a:ext uri="{FF2B5EF4-FFF2-40B4-BE49-F238E27FC236}">
                <a16:creationId xmlns:a16="http://schemas.microsoft.com/office/drawing/2014/main" id="{D3CED50A-F9B6-6423-43B2-0A14B0C42CD7}"/>
              </a:ext>
            </a:extLst>
          </p:cNvPr>
          <p:cNvSpPr txBox="1"/>
          <p:nvPr/>
        </p:nvSpPr>
        <p:spPr>
          <a:xfrm>
            <a:off x="417028" y="524040"/>
            <a:ext cx="8440749" cy="338554"/>
          </a:xfrm>
          <a:prstGeom prst="rect">
            <a:avLst/>
          </a:prstGeom>
          <a:noFill/>
        </p:spPr>
        <p:txBody>
          <a:bodyPr wrap="square" lIns="91440" tIns="45720" rIns="91440" bIns="45720" rtlCol="0" anchor="t">
            <a:spAutoFit/>
          </a:bodyPr>
          <a:lstStyle/>
          <a:p>
            <a:r>
              <a:rPr lang="en-GB" sz="1600" i="1" dirty="0">
                <a:latin typeface="Grandview Display" panose="020B0502040204020203" pitchFamily="34" charset="0"/>
                <a:ea typeface="Calibri"/>
                <a:cs typeface="Calibri"/>
              </a:rPr>
              <a:t>Air Liquide is well-positioned for AI growth, secured by robust non-cyclical segments. </a:t>
            </a:r>
          </a:p>
        </p:txBody>
      </p:sp>
      <p:sp>
        <p:nvSpPr>
          <p:cNvPr id="27" name="TextBox 26">
            <a:extLst>
              <a:ext uri="{FF2B5EF4-FFF2-40B4-BE49-F238E27FC236}">
                <a16:creationId xmlns:a16="http://schemas.microsoft.com/office/drawing/2014/main" id="{F8CA43D0-878D-5F0E-A7FE-EF57C7710AE1}"/>
              </a:ext>
            </a:extLst>
          </p:cNvPr>
          <p:cNvSpPr txBox="1"/>
          <p:nvPr/>
        </p:nvSpPr>
        <p:spPr>
          <a:xfrm>
            <a:off x="5882574" y="926576"/>
            <a:ext cx="196384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dirty="0">
                <a:solidFill>
                  <a:srgbClr val="355FAB"/>
                </a:solidFill>
                <a:latin typeface="Arial"/>
                <a:cs typeface="Arial"/>
              </a:rPr>
              <a:t>Financial Resilience </a:t>
            </a:r>
          </a:p>
        </p:txBody>
      </p:sp>
      <p:cxnSp>
        <p:nvCxnSpPr>
          <p:cNvPr id="31" name="Straight Connector 30">
            <a:extLst>
              <a:ext uri="{FF2B5EF4-FFF2-40B4-BE49-F238E27FC236}">
                <a16:creationId xmlns:a16="http://schemas.microsoft.com/office/drawing/2014/main" id="{A0BFBC02-9DBB-C8C0-4B41-CEE53BD80A7A}"/>
              </a:ext>
            </a:extLst>
          </p:cNvPr>
          <p:cNvCxnSpPr>
            <a:cxnSpLocks/>
          </p:cNvCxnSpPr>
          <p:nvPr/>
        </p:nvCxnSpPr>
        <p:spPr>
          <a:xfrm>
            <a:off x="469784" y="1225105"/>
            <a:ext cx="4430787" cy="0"/>
          </a:xfrm>
          <a:prstGeom prst="line">
            <a:avLst/>
          </a:prstGeom>
          <a:ln w="28575">
            <a:solidFill>
              <a:srgbClr val="E30011"/>
            </a:solidFill>
          </a:ln>
        </p:spPr>
        <p:style>
          <a:lnRef idx="1">
            <a:schemeClr val="dk1"/>
          </a:lnRef>
          <a:fillRef idx="0">
            <a:schemeClr val="dk1"/>
          </a:fillRef>
          <a:effectRef idx="0">
            <a:schemeClr val="dk1"/>
          </a:effectRef>
          <a:fontRef idx="minor">
            <a:schemeClr val="tx1"/>
          </a:fontRef>
        </p:style>
      </p:cxnSp>
      <p:graphicFrame>
        <p:nvGraphicFramePr>
          <p:cNvPr id="9" name="Chart 8">
            <a:extLst>
              <a:ext uri="{FF2B5EF4-FFF2-40B4-BE49-F238E27FC236}">
                <a16:creationId xmlns:a16="http://schemas.microsoft.com/office/drawing/2014/main" id="{521CB646-4EC9-FA14-02C7-B8FB06C4192F}"/>
              </a:ext>
            </a:extLst>
          </p:cNvPr>
          <p:cNvGraphicFramePr>
            <a:graphicFrameLocks/>
          </p:cNvGraphicFramePr>
          <p:nvPr/>
        </p:nvGraphicFramePr>
        <p:xfrm>
          <a:off x="146465" y="1271271"/>
          <a:ext cx="5629951" cy="3073857"/>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416FFD3F-E454-B283-3590-32C0D7EF35B7}"/>
              </a:ext>
            </a:extLst>
          </p:cNvPr>
          <p:cNvSpPr txBox="1"/>
          <p:nvPr/>
        </p:nvSpPr>
        <p:spPr>
          <a:xfrm>
            <a:off x="287279" y="4567769"/>
            <a:ext cx="529056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100" b="1" dirty="0">
                <a:latin typeface="Grandview Display" panose="020B0502040204020203" pitchFamily="34" charset="0"/>
                <a:ea typeface="Calibri" panose="020F0502020204030204"/>
                <a:cs typeface="Calibri" panose="020F0502020204030204"/>
              </a:rPr>
              <a:t>Linde plc (LIN)</a:t>
            </a:r>
            <a:r>
              <a:rPr lang="en-GB" sz="1100" dirty="0">
                <a:latin typeface="Grandview Display" panose="020B0502040204020203" pitchFamily="34" charset="0"/>
                <a:ea typeface="Calibri" panose="020F0502020204030204"/>
                <a:cs typeface="Calibri" panose="020F0502020204030204"/>
              </a:rPr>
              <a:t>: Closest competitor of Air Liquide with a market capitalisation of $198 Billion. Large new focus on clean hydrogen and decarbonization.</a:t>
            </a:r>
          </a:p>
          <a:p>
            <a:pPr marL="285750" indent="-285750">
              <a:buFont typeface="Arial"/>
              <a:buChar char="•"/>
            </a:pPr>
            <a:endParaRPr lang="en-GB" sz="500" dirty="0">
              <a:latin typeface="Grandview Display" panose="020B0502040204020203" pitchFamily="34" charset="0"/>
              <a:ea typeface="Calibri" panose="020F0502020204030204"/>
              <a:cs typeface="Calibri" panose="020F0502020204030204"/>
            </a:endParaRPr>
          </a:p>
          <a:p>
            <a:pPr marL="285750" indent="-285750">
              <a:buFont typeface="Arial"/>
              <a:buChar char="•"/>
            </a:pPr>
            <a:endParaRPr lang="en-GB" sz="200" dirty="0">
              <a:latin typeface="Grandview Display" panose="020B0502040204020203" pitchFamily="34" charset="0"/>
              <a:ea typeface="Calibri" panose="020F0502020204030204"/>
              <a:cs typeface="Calibri" panose="020F0502020204030204"/>
            </a:endParaRPr>
          </a:p>
          <a:p>
            <a:pPr marL="285750" indent="-285750">
              <a:buFont typeface="Arial"/>
              <a:buChar char="•"/>
            </a:pPr>
            <a:r>
              <a:rPr lang="en-GB" sz="1100" b="1" dirty="0">
                <a:latin typeface="Grandview Display" panose="020B0502040204020203" pitchFamily="34" charset="0"/>
                <a:ea typeface="+mn-lt"/>
                <a:cs typeface="+mn-lt"/>
              </a:rPr>
              <a:t>Air Products &amp; Chemicals (APD)</a:t>
            </a:r>
            <a:r>
              <a:rPr lang="en-GB" sz="1100" dirty="0">
                <a:latin typeface="Grandview Display" panose="020B0502040204020203" pitchFamily="34" charset="0"/>
                <a:ea typeface="+mn-lt"/>
                <a:cs typeface="+mn-lt"/>
              </a:rPr>
              <a:t>: Capital-intensive industrial gas supplier focused on mega-scale projects, with a market capitalisation of $57.84 Billion.</a:t>
            </a:r>
          </a:p>
          <a:p>
            <a:pPr marL="285750" indent="-285750">
              <a:buFont typeface="Arial"/>
              <a:buChar char="•"/>
            </a:pPr>
            <a:endParaRPr lang="en-GB" sz="500" dirty="0">
              <a:latin typeface="Grandview Display" panose="020B0502040204020203" pitchFamily="34" charset="0"/>
              <a:ea typeface="+mn-lt"/>
              <a:cs typeface="+mn-lt"/>
            </a:endParaRPr>
          </a:p>
          <a:p>
            <a:pPr marL="285750" indent="-285750">
              <a:buFont typeface="Arial"/>
              <a:buChar char="•"/>
            </a:pPr>
            <a:endParaRPr lang="en-GB" sz="200" dirty="0">
              <a:latin typeface="Grandview Display" panose="020B0502040204020203" pitchFamily="34" charset="0"/>
              <a:ea typeface="+mn-lt"/>
              <a:cs typeface="+mn-lt"/>
            </a:endParaRPr>
          </a:p>
          <a:p>
            <a:pPr marL="285750" indent="-285750">
              <a:buFont typeface="Arial"/>
              <a:buChar char="•"/>
            </a:pPr>
            <a:r>
              <a:rPr lang="en-GB" sz="1100" b="1" dirty="0">
                <a:latin typeface="Grandview Display" panose="020B0502040204020203" pitchFamily="34" charset="0"/>
                <a:ea typeface="Calibri" panose="020F0502020204030204"/>
                <a:cs typeface="Calibri" panose="020F0502020204030204"/>
              </a:rPr>
              <a:t>Nippon Sanso Holdings</a:t>
            </a:r>
            <a:r>
              <a:rPr lang="en-GB" sz="1100" dirty="0">
                <a:latin typeface="Grandview Display" panose="020B0502040204020203" pitchFamily="34" charset="0"/>
                <a:ea typeface="Calibri" panose="020F0502020204030204"/>
                <a:cs typeface="Calibri" panose="020F0502020204030204"/>
              </a:rPr>
              <a:t>: </a:t>
            </a:r>
            <a:r>
              <a:rPr lang="en-GB" sz="1100" dirty="0">
                <a:latin typeface="Grandview Display" panose="020B0502040204020203" pitchFamily="34" charset="0"/>
                <a:ea typeface="+mn-lt"/>
                <a:cs typeface="+mn-lt"/>
              </a:rPr>
              <a:t>dominant Asian industrial gas supplier with the highest structural revenue concentration in high-growth Electronics sectors</a:t>
            </a:r>
          </a:p>
        </p:txBody>
      </p:sp>
      <p:grpSp>
        <p:nvGrpSpPr>
          <p:cNvPr id="16" name="Group 15">
            <a:extLst>
              <a:ext uri="{FF2B5EF4-FFF2-40B4-BE49-F238E27FC236}">
                <a16:creationId xmlns:a16="http://schemas.microsoft.com/office/drawing/2014/main" id="{6D40EDAC-7276-2F96-8089-D3B7A6F65BD1}"/>
              </a:ext>
            </a:extLst>
          </p:cNvPr>
          <p:cNvGrpSpPr/>
          <p:nvPr/>
        </p:nvGrpSpPr>
        <p:grpSpPr>
          <a:xfrm>
            <a:off x="2305119" y="4198614"/>
            <a:ext cx="940635" cy="215444"/>
            <a:chOff x="5560877" y="2174585"/>
            <a:chExt cx="940635" cy="215444"/>
          </a:xfrm>
        </p:grpSpPr>
        <p:sp>
          <p:nvSpPr>
            <p:cNvPr id="18" name="Rectangle 17">
              <a:extLst>
                <a:ext uri="{FF2B5EF4-FFF2-40B4-BE49-F238E27FC236}">
                  <a16:creationId xmlns:a16="http://schemas.microsoft.com/office/drawing/2014/main" id="{8672888B-956F-14B9-B82D-A440F0E8B2AE}"/>
                </a:ext>
              </a:extLst>
            </p:cNvPr>
            <p:cNvSpPr/>
            <p:nvPr/>
          </p:nvSpPr>
          <p:spPr>
            <a:xfrm>
              <a:off x="5560877" y="2246307"/>
              <a:ext cx="79200" cy="72001"/>
            </a:xfrm>
            <a:prstGeom prst="rect">
              <a:avLst/>
            </a:prstGeom>
            <a:solidFill>
              <a:srgbClr val="E3001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sz="800">
                <a:solidFill>
                  <a:srgbClr val="FFFFFF"/>
                </a:solidFill>
                <a:ea typeface="Calibri"/>
                <a:cs typeface="Calibri"/>
              </a:endParaRPr>
            </a:p>
          </p:txBody>
        </p:sp>
        <p:sp>
          <p:nvSpPr>
            <p:cNvPr id="25" name="TextBox 24">
              <a:extLst>
                <a:ext uri="{FF2B5EF4-FFF2-40B4-BE49-F238E27FC236}">
                  <a16:creationId xmlns:a16="http://schemas.microsoft.com/office/drawing/2014/main" id="{A20F6BB2-7322-5CBC-2659-D4288F0BA7C4}"/>
                </a:ext>
              </a:extLst>
            </p:cNvPr>
            <p:cNvSpPr txBox="1"/>
            <p:nvPr/>
          </p:nvSpPr>
          <p:spPr>
            <a:xfrm>
              <a:off x="5648819" y="2174585"/>
              <a:ext cx="852693" cy="215444"/>
            </a:xfrm>
            <a:prstGeom prst="rect">
              <a:avLst/>
            </a:prstGeom>
            <a:noFill/>
          </p:spPr>
          <p:txBody>
            <a:bodyPr wrap="square" rtlCol="0">
              <a:spAutoFit/>
            </a:bodyPr>
            <a:lstStyle/>
            <a:p>
              <a:r>
                <a:rPr lang="en-GB" sz="800" dirty="0"/>
                <a:t>Linde PLC</a:t>
              </a:r>
            </a:p>
          </p:txBody>
        </p:sp>
      </p:grpSp>
      <p:grpSp>
        <p:nvGrpSpPr>
          <p:cNvPr id="24" name="Group 23">
            <a:extLst>
              <a:ext uri="{FF2B5EF4-FFF2-40B4-BE49-F238E27FC236}">
                <a16:creationId xmlns:a16="http://schemas.microsoft.com/office/drawing/2014/main" id="{B893ACF9-60A4-1D57-99F1-740653C2F18B}"/>
              </a:ext>
            </a:extLst>
          </p:cNvPr>
          <p:cNvGrpSpPr/>
          <p:nvPr/>
        </p:nvGrpSpPr>
        <p:grpSpPr>
          <a:xfrm>
            <a:off x="791317" y="4137059"/>
            <a:ext cx="1270527" cy="338554"/>
            <a:chOff x="5560877" y="2574408"/>
            <a:chExt cx="1270527" cy="338554"/>
          </a:xfrm>
        </p:grpSpPr>
        <p:sp>
          <p:nvSpPr>
            <p:cNvPr id="19" name="Rectangle 18">
              <a:extLst>
                <a:ext uri="{FF2B5EF4-FFF2-40B4-BE49-F238E27FC236}">
                  <a16:creationId xmlns:a16="http://schemas.microsoft.com/office/drawing/2014/main" id="{E7027DD2-690B-81B0-60BE-D49510BF04B8}"/>
                </a:ext>
              </a:extLst>
            </p:cNvPr>
            <p:cNvSpPr/>
            <p:nvPr/>
          </p:nvSpPr>
          <p:spPr>
            <a:xfrm>
              <a:off x="5560877" y="2707685"/>
              <a:ext cx="79200" cy="72001"/>
            </a:xfrm>
            <a:prstGeom prst="rect">
              <a:avLst/>
            </a:prstGeom>
            <a:solidFill>
              <a:srgbClr val="A2A4A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sz="800">
                <a:solidFill>
                  <a:srgbClr val="FFFFFF"/>
                </a:solidFill>
                <a:ea typeface="Calibri"/>
                <a:cs typeface="Calibri"/>
              </a:endParaRPr>
            </a:p>
          </p:txBody>
        </p:sp>
        <p:sp>
          <p:nvSpPr>
            <p:cNvPr id="33" name="TextBox 32">
              <a:extLst>
                <a:ext uri="{FF2B5EF4-FFF2-40B4-BE49-F238E27FC236}">
                  <a16:creationId xmlns:a16="http://schemas.microsoft.com/office/drawing/2014/main" id="{C56572DD-537C-64E2-8E12-A21C997E1B88}"/>
                </a:ext>
              </a:extLst>
            </p:cNvPr>
            <p:cNvSpPr txBox="1"/>
            <p:nvPr/>
          </p:nvSpPr>
          <p:spPr>
            <a:xfrm>
              <a:off x="5630107" y="2574408"/>
              <a:ext cx="1201297" cy="338554"/>
            </a:xfrm>
            <a:prstGeom prst="rect">
              <a:avLst/>
            </a:prstGeom>
            <a:noFill/>
          </p:spPr>
          <p:txBody>
            <a:bodyPr wrap="square" rtlCol="0">
              <a:spAutoFit/>
            </a:bodyPr>
            <a:lstStyle/>
            <a:p>
              <a:r>
                <a:rPr lang="en-GB" sz="800"/>
                <a:t>Air Products </a:t>
              </a:r>
            </a:p>
            <a:p>
              <a:r>
                <a:rPr lang="en-GB" sz="800"/>
                <a:t>&amp; Chemicals</a:t>
              </a:r>
            </a:p>
          </p:txBody>
        </p:sp>
      </p:grpSp>
      <p:grpSp>
        <p:nvGrpSpPr>
          <p:cNvPr id="32" name="Group 31">
            <a:extLst>
              <a:ext uri="{FF2B5EF4-FFF2-40B4-BE49-F238E27FC236}">
                <a16:creationId xmlns:a16="http://schemas.microsoft.com/office/drawing/2014/main" id="{A9C837C4-63C4-4450-0A55-3E3F51A6C957}"/>
              </a:ext>
            </a:extLst>
          </p:cNvPr>
          <p:cNvGrpSpPr/>
          <p:nvPr/>
        </p:nvGrpSpPr>
        <p:grpSpPr>
          <a:xfrm>
            <a:off x="4672939" y="4137059"/>
            <a:ext cx="1201224" cy="338554"/>
            <a:chOff x="5560877" y="3097341"/>
            <a:chExt cx="1201224" cy="338554"/>
          </a:xfrm>
        </p:grpSpPr>
        <p:sp>
          <p:nvSpPr>
            <p:cNvPr id="21" name="Rectangle 20">
              <a:extLst>
                <a:ext uri="{FF2B5EF4-FFF2-40B4-BE49-F238E27FC236}">
                  <a16:creationId xmlns:a16="http://schemas.microsoft.com/office/drawing/2014/main" id="{780A1AA4-6024-A551-2D9E-3E8150B0B04E}"/>
                </a:ext>
              </a:extLst>
            </p:cNvPr>
            <p:cNvSpPr/>
            <p:nvPr/>
          </p:nvSpPr>
          <p:spPr>
            <a:xfrm>
              <a:off x="5560877" y="3230618"/>
              <a:ext cx="79200" cy="72001"/>
            </a:xfrm>
            <a:prstGeom prst="rect">
              <a:avLst/>
            </a:prstGeom>
            <a:solidFill>
              <a:srgbClr val="0E6EA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sz="800">
                <a:solidFill>
                  <a:srgbClr val="FFFFFF"/>
                </a:solidFill>
                <a:ea typeface="Calibri"/>
                <a:cs typeface="Calibri"/>
              </a:endParaRPr>
            </a:p>
          </p:txBody>
        </p:sp>
        <p:sp>
          <p:nvSpPr>
            <p:cNvPr id="35" name="TextBox 34">
              <a:extLst>
                <a:ext uri="{FF2B5EF4-FFF2-40B4-BE49-F238E27FC236}">
                  <a16:creationId xmlns:a16="http://schemas.microsoft.com/office/drawing/2014/main" id="{9C5F1FC0-5019-E7FD-330E-CCFD8C717FBF}"/>
                </a:ext>
              </a:extLst>
            </p:cNvPr>
            <p:cNvSpPr txBox="1"/>
            <p:nvPr/>
          </p:nvSpPr>
          <p:spPr>
            <a:xfrm>
              <a:off x="5634038" y="3097341"/>
              <a:ext cx="1128063" cy="338554"/>
            </a:xfrm>
            <a:prstGeom prst="rect">
              <a:avLst/>
            </a:prstGeom>
            <a:noFill/>
          </p:spPr>
          <p:txBody>
            <a:bodyPr wrap="square" rtlCol="0">
              <a:spAutoFit/>
            </a:bodyPr>
            <a:lstStyle/>
            <a:p>
              <a:r>
                <a:rPr lang="en-GB" sz="800"/>
                <a:t>Nippon Sanso Holdings</a:t>
              </a:r>
            </a:p>
          </p:txBody>
        </p:sp>
      </p:grpSp>
      <p:sp>
        <p:nvSpPr>
          <p:cNvPr id="20" name="Rectangle 19">
            <a:extLst>
              <a:ext uri="{FF2B5EF4-FFF2-40B4-BE49-F238E27FC236}">
                <a16:creationId xmlns:a16="http://schemas.microsoft.com/office/drawing/2014/main" id="{7C5BD613-1C11-9209-829C-9EE775F1067A}"/>
              </a:ext>
            </a:extLst>
          </p:cNvPr>
          <p:cNvSpPr/>
          <p:nvPr/>
        </p:nvSpPr>
        <p:spPr>
          <a:xfrm>
            <a:off x="843922" y="909916"/>
            <a:ext cx="1270628" cy="223559"/>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C6D7C939-D313-BB68-FDA5-81C889A192E7}"/>
              </a:ext>
            </a:extLst>
          </p:cNvPr>
          <p:cNvSpPr txBox="1"/>
          <p:nvPr/>
        </p:nvSpPr>
        <p:spPr>
          <a:xfrm>
            <a:off x="471176" y="926576"/>
            <a:ext cx="42720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dirty="0">
                <a:solidFill>
                  <a:srgbClr val="355FAB"/>
                </a:solidFill>
                <a:latin typeface="Arial"/>
                <a:cs typeface="Arial"/>
              </a:rPr>
              <a:t>Competitive Landscape </a:t>
            </a:r>
          </a:p>
        </p:txBody>
      </p:sp>
      <p:pic>
        <p:nvPicPr>
          <p:cNvPr id="3" name="Picture 2">
            <a:extLst>
              <a:ext uri="{FF2B5EF4-FFF2-40B4-BE49-F238E27FC236}">
                <a16:creationId xmlns:a16="http://schemas.microsoft.com/office/drawing/2014/main" id="{C62F4C82-53DC-FF14-7262-625FBB7E6E14}"/>
              </a:ext>
            </a:extLst>
          </p:cNvPr>
          <p:cNvPicPr>
            <a:picLocks noChangeAspect="1"/>
          </p:cNvPicPr>
          <p:nvPr/>
        </p:nvPicPr>
        <p:blipFill rotWithShape="1">
          <a:blip r:embed="rId5"/>
          <a:srcRect b="12998"/>
          <a:stretch/>
        </p:blipFill>
        <p:spPr>
          <a:xfrm>
            <a:off x="5947675" y="1428689"/>
            <a:ext cx="2589018" cy="1863127"/>
          </a:xfrm>
          <a:prstGeom prst="rect">
            <a:avLst/>
          </a:prstGeom>
        </p:spPr>
      </p:pic>
      <p:pic>
        <p:nvPicPr>
          <p:cNvPr id="2" name="Picture 1">
            <a:extLst>
              <a:ext uri="{FF2B5EF4-FFF2-40B4-BE49-F238E27FC236}">
                <a16:creationId xmlns:a16="http://schemas.microsoft.com/office/drawing/2014/main" id="{A94FA3E1-3BF3-63BA-6FEB-1B1433EE4C83}"/>
              </a:ext>
            </a:extLst>
          </p:cNvPr>
          <p:cNvPicPr>
            <a:picLocks noChangeAspect="1"/>
          </p:cNvPicPr>
          <p:nvPr/>
        </p:nvPicPr>
        <p:blipFill>
          <a:blip r:embed="rId6"/>
          <a:stretch>
            <a:fillRect/>
          </a:stretch>
        </p:blipFill>
        <p:spPr>
          <a:xfrm>
            <a:off x="8782149" y="1424967"/>
            <a:ext cx="2952676" cy="1778805"/>
          </a:xfrm>
          <a:prstGeom prst="rect">
            <a:avLst/>
          </a:prstGeom>
        </p:spPr>
      </p:pic>
      <p:pic>
        <p:nvPicPr>
          <p:cNvPr id="4" name="Picture 3">
            <a:extLst>
              <a:ext uri="{FF2B5EF4-FFF2-40B4-BE49-F238E27FC236}">
                <a16:creationId xmlns:a16="http://schemas.microsoft.com/office/drawing/2014/main" id="{13413834-C755-F348-BF6E-1D303DAE567F}"/>
              </a:ext>
            </a:extLst>
          </p:cNvPr>
          <p:cNvPicPr>
            <a:picLocks noChangeAspect="1"/>
          </p:cNvPicPr>
          <p:nvPr/>
        </p:nvPicPr>
        <p:blipFill>
          <a:blip r:embed="rId7"/>
          <a:stretch>
            <a:fillRect/>
          </a:stretch>
        </p:blipFill>
        <p:spPr>
          <a:xfrm>
            <a:off x="5742300" y="3830007"/>
            <a:ext cx="2016746" cy="1686174"/>
          </a:xfrm>
          <a:prstGeom prst="rect">
            <a:avLst/>
          </a:prstGeom>
        </p:spPr>
      </p:pic>
      <p:pic>
        <p:nvPicPr>
          <p:cNvPr id="5" name="Picture 4" descr="A graph of a graph with blue and orange lines&#10;&#10;AI-generated content may be incorrect.">
            <a:extLst>
              <a:ext uri="{FF2B5EF4-FFF2-40B4-BE49-F238E27FC236}">
                <a16:creationId xmlns:a16="http://schemas.microsoft.com/office/drawing/2014/main" id="{B0776A76-76A9-0651-C44D-C1472F24A134}"/>
              </a:ext>
            </a:extLst>
          </p:cNvPr>
          <p:cNvPicPr>
            <a:picLocks noChangeAspect="1"/>
          </p:cNvPicPr>
          <p:nvPr/>
        </p:nvPicPr>
        <p:blipFill>
          <a:blip r:embed="rId8"/>
          <a:stretch>
            <a:fillRect/>
          </a:stretch>
        </p:blipFill>
        <p:spPr>
          <a:xfrm>
            <a:off x="7545962" y="3722633"/>
            <a:ext cx="2127842" cy="1796685"/>
          </a:xfrm>
          <a:prstGeom prst="rect">
            <a:avLst/>
          </a:prstGeom>
        </p:spPr>
      </p:pic>
      <p:pic>
        <p:nvPicPr>
          <p:cNvPr id="7" name="Picture 6" descr="A line graph with orange dots&#10;&#10;AI-generated content may be incorrect.">
            <a:extLst>
              <a:ext uri="{FF2B5EF4-FFF2-40B4-BE49-F238E27FC236}">
                <a16:creationId xmlns:a16="http://schemas.microsoft.com/office/drawing/2014/main" id="{2D01102C-2639-2450-A1F5-9987DD5C050A}"/>
              </a:ext>
            </a:extLst>
          </p:cNvPr>
          <p:cNvPicPr>
            <a:picLocks noChangeAspect="1"/>
          </p:cNvPicPr>
          <p:nvPr/>
        </p:nvPicPr>
        <p:blipFill>
          <a:blip r:embed="rId9"/>
          <a:stretch>
            <a:fillRect/>
          </a:stretch>
        </p:blipFill>
        <p:spPr>
          <a:xfrm>
            <a:off x="9705111" y="3829995"/>
            <a:ext cx="1957850" cy="1686174"/>
          </a:xfrm>
          <a:prstGeom prst="rect">
            <a:avLst/>
          </a:prstGeom>
        </p:spPr>
      </p:pic>
      <p:grpSp>
        <p:nvGrpSpPr>
          <p:cNvPr id="34" name="Group 33">
            <a:extLst>
              <a:ext uri="{FF2B5EF4-FFF2-40B4-BE49-F238E27FC236}">
                <a16:creationId xmlns:a16="http://schemas.microsoft.com/office/drawing/2014/main" id="{3A7F889D-6089-6230-5A38-0748BA2724B5}"/>
              </a:ext>
            </a:extLst>
          </p:cNvPr>
          <p:cNvGrpSpPr/>
          <p:nvPr/>
        </p:nvGrpSpPr>
        <p:grpSpPr>
          <a:xfrm>
            <a:off x="3489029" y="4198614"/>
            <a:ext cx="940635" cy="215444"/>
            <a:chOff x="5560877" y="1774762"/>
            <a:chExt cx="940635" cy="215444"/>
          </a:xfrm>
        </p:grpSpPr>
        <p:sp>
          <p:nvSpPr>
            <p:cNvPr id="40" name="Rectangle 39">
              <a:extLst>
                <a:ext uri="{FF2B5EF4-FFF2-40B4-BE49-F238E27FC236}">
                  <a16:creationId xmlns:a16="http://schemas.microsoft.com/office/drawing/2014/main" id="{60BF81E8-9655-E683-A1BE-75AEC15B83F4}"/>
                </a:ext>
              </a:extLst>
            </p:cNvPr>
            <p:cNvSpPr/>
            <p:nvPr/>
          </p:nvSpPr>
          <p:spPr>
            <a:xfrm>
              <a:off x="5560877" y="1846484"/>
              <a:ext cx="79200" cy="72001"/>
            </a:xfrm>
            <a:prstGeom prst="rect">
              <a:avLst/>
            </a:prstGeom>
            <a:solidFill>
              <a:srgbClr val="355FA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a:solidFill>
                    <a:srgbClr val="FFFFFF"/>
                  </a:solidFill>
                </a:rPr>
                <a:t>		</a:t>
              </a:r>
            </a:p>
          </p:txBody>
        </p:sp>
        <p:sp>
          <p:nvSpPr>
            <p:cNvPr id="41" name="TextBox 40">
              <a:extLst>
                <a:ext uri="{FF2B5EF4-FFF2-40B4-BE49-F238E27FC236}">
                  <a16:creationId xmlns:a16="http://schemas.microsoft.com/office/drawing/2014/main" id="{403F3557-5AF1-E41C-11EC-4FA5A6FEA54C}"/>
                </a:ext>
              </a:extLst>
            </p:cNvPr>
            <p:cNvSpPr txBox="1"/>
            <p:nvPr/>
          </p:nvSpPr>
          <p:spPr>
            <a:xfrm>
              <a:off x="5648819" y="1774762"/>
              <a:ext cx="852693" cy="215444"/>
            </a:xfrm>
            <a:prstGeom prst="rect">
              <a:avLst/>
            </a:prstGeom>
            <a:noFill/>
          </p:spPr>
          <p:txBody>
            <a:bodyPr wrap="square" rtlCol="0">
              <a:spAutoFit/>
            </a:bodyPr>
            <a:lstStyle/>
            <a:p>
              <a:r>
                <a:rPr lang="en-GB" sz="800"/>
                <a:t>Air Liquide</a:t>
              </a:r>
            </a:p>
          </p:txBody>
        </p:sp>
      </p:grpSp>
      <p:sp>
        <p:nvSpPr>
          <p:cNvPr id="43" name="TextBox 42">
            <a:extLst>
              <a:ext uri="{FF2B5EF4-FFF2-40B4-BE49-F238E27FC236}">
                <a16:creationId xmlns:a16="http://schemas.microsoft.com/office/drawing/2014/main" id="{70F8A294-ED32-F3C8-D331-A0C141F922B4}"/>
              </a:ext>
            </a:extLst>
          </p:cNvPr>
          <p:cNvSpPr txBox="1"/>
          <p:nvPr/>
        </p:nvSpPr>
        <p:spPr>
          <a:xfrm>
            <a:off x="5851997" y="3348560"/>
            <a:ext cx="5810964" cy="400110"/>
          </a:xfrm>
          <a:prstGeom prst="rect">
            <a:avLst/>
          </a:prstGeom>
          <a:noFill/>
        </p:spPr>
        <p:txBody>
          <a:bodyPr wrap="square" lIns="91440" tIns="45720" rIns="91440" bIns="45720" anchor="t">
            <a:spAutoFit/>
          </a:bodyPr>
          <a:lstStyle/>
          <a:p>
            <a:pPr marL="285750" indent="-285750">
              <a:buFont typeface="Arial"/>
              <a:buChar char="•"/>
            </a:pPr>
            <a:r>
              <a:rPr lang="en-GB" sz="1000" dirty="0">
                <a:latin typeface="Grandview Display" panose="020B0502040204020203" pitchFamily="34" charset="0"/>
                <a:ea typeface="+mn-lt"/>
                <a:cs typeface="+mn-lt"/>
              </a:rPr>
              <a:t>Air Liquide has significantly outperformed the SX5E with shallower drawdowns and a defensive profile (β ≈ 0.62), indicating strong, steady growth with lower sensitivity to market swings.</a:t>
            </a:r>
            <a:endParaRPr lang="en-GB" sz="1000" dirty="0">
              <a:latin typeface="Grandview Display" panose="020B0502040204020203" pitchFamily="34" charset="0"/>
              <a:ea typeface="Calibri" panose="020F0502020204030204"/>
              <a:cs typeface="Calibri" panose="020F0502020204030204"/>
            </a:endParaRPr>
          </a:p>
        </p:txBody>
      </p:sp>
      <p:sp>
        <p:nvSpPr>
          <p:cNvPr id="44" name="TextBox 43">
            <a:extLst>
              <a:ext uri="{FF2B5EF4-FFF2-40B4-BE49-F238E27FC236}">
                <a16:creationId xmlns:a16="http://schemas.microsoft.com/office/drawing/2014/main" id="{A9BD807E-AEF6-19A6-12B2-06A41792B5C3}"/>
              </a:ext>
            </a:extLst>
          </p:cNvPr>
          <p:cNvSpPr txBox="1"/>
          <p:nvPr/>
        </p:nvSpPr>
        <p:spPr>
          <a:xfrm>
            <a:off x="5851997" y="5536435"/>
            <a:ext cx="5810964" cy="430887"/>
          </a:xfrm>
          <a:prstGeom prst="rect">
            <a:avLst/>
          </a:prstGeom>
          <a:noFill/>
        </p:spPr>
        <p:txBody>
          <a:bodyPr wrap="square" lIns="91440" tIns="45720" rIns="91440" bIns="45720" anchor="t">
            <a:spAutoFit/>
          </a:bodyPr>
          <a:lstStyle/>
          <a:p>
            <a:pPr marL="285750" indent="-285750">
              <a:buFont typeface="Arial"/>
              <a:buChar char="•"/>
            </a:pPr>
            <a:r>
              <a:rPr lang="en-GB" sz="1100" dirty="0">
                <a:latin typeface="Grandview Display" panose="020B0502040204020203" pitchFamily="34" charset="0"/>
                <a:ea typeface="Calibri"/>
                <a:cs typeface="Calibri"/>
              </a:rPr>
              <a:t>Air Liquide relies on its strong healthcare sector to offset industrial gas market recessions, a pattern evident in the downturns of 2008-2009, 2020 and 2022.</a:t>
            </a:r>
            <a:r>
              <a:rPr lang="en-GB" sz="1100" b="1" dirty="0">
                <a:latin typeface="Grandview Display" panose="020B0502040204020203" pitchFamily="34" charset="0"/>
                <a:ea typeface="Calibri"/>
                <a:cs typeface="Calibri"/>
              </a:rPr>
              <a:t> </a:t>
            </a:r>
          </a:p>
        </p:txBody>
      </p:sp>
      <p:sp>
        <p:nvSpPr>
          <p:cNvPr id="46" name="TextBox 45">
            <a:extLst>
              <a:ext uri="{FF2B5EF4-FFF2-40B4-BE49-F238E27FC236}">
                <a16:creationId xmlns:a16="http://schemas.microsoft.com/office/drawing/2014/main" id="{27426997-EC9A-C489-363B-427A64456529}"/>
              </a:ext>
            </a:extLst>
          </p:cNvPr>
          <p:cNvSpPr txBox="1"/>
          <p:nvPr/>
        </p:nvSpPr>
        <p:spPr>
          <a:xfrm>
            <a:off x="336112" y="5900716"/>
            <a:ext cx="5496081" cy="707886"/>
          </a:xfrm>
          <a:prstGeom prst="rect">
            <a:avLst/>
          </a:prstGeom>
          <a:noFill/>
        </p:spPr>
        <p:txBody>
          <a:bodyPr wrap="square" lIns="91440" tIns="45720" rIns="91440" bIns="45720" anchor="t">
            <a:spAutoFit/>
          </a:bodyPr>
          <a:lstStyle/>
          <a:p>
            <a:r>
              <a:rPr lang="en-GB" sz="1000" b="1" i="1" dirty="0">
                <a:latin typeface="Grandview Display" panose="020B0502040204020203" pitchFamily="34" charset="0"/>
                <a:ea typeface="+mn-lt"/>
                <a:cs typeface="+mn-lt"/>
              </a:rPr>
              <a:t>Air Liquide ensures its financial stability and resilience through contractual revenue commitments that protects margins, strategic diversification via its enduring healthcare segment (to counterbalance industrial downturns), and operational discipline focused on efficiency and sustained investment for future margin improvement. </a:t>
            </a:r>
          </a:p>
        </p:txBody>
      </p:sp>
      <p:sp>
        <p:nvSpPr>
          <p:cNvPr id="47" name="TextBox 46">
            <a:extLst>
              <a:ext uri="{FF2B5EF4-FFF2-40B4-BE49-F238E27FC236}">
                <a16:creationId xmlns:a16="http://schemas.microsoft.com/office/drawing/2014/main" id="{2D72AE33-F59E-67A2-69F9-F80C009AB223}"/>
              </a:ext>
            </a:extLst>
          </p:cNvPr>
          <p:cNvSpPr txBox="1"/>
          <p:nvPr/>
        </p:nvSpPr>
        <p:spPr>
          <a:xfrm>
            <a:off x="5851997" y="5976301"/>
            <a:ext cx="5496081" cy="553998"/>
          </a:xfrm>
          <a:prstGeom prst="rect">
            <a:avLst/>
          </a:prstGeom>
          <a:noFill/>
        </p:spPr>
        <p:txBody>
          <a:bodyPr wrap="square" lIns="91440" tIns="45720" rIns="91440" bIns="45720" anchor="t">
            <a:spAutoFit/>
          </a:bodyPr>
          <a:lstStyle/>
          <a:p>
            <a:r>
              <a:rPr lang="en-GB" sz="1000" b="1" i="1" dirty="0">
                <a:latin typeface="Grandview Display" panose="020B0502040204020203" pitchFamily="34" charset="0"/>
                <a:ea typeface="Calibri"/>
                <a:cs typeface="Calibri"/>
              </a:rPr>
              <a:t>Air Liquide exhibits a highly stable competitive position and defensive financial characteristics, using its non-cyclical strength to provide a negative beta against the European benchmark (SX5E). </a:t>
            </a:r>
          </a:p>
        </p:txBody>
      </p:sp>
      <mc:AlternateContent xmlns:mc="http://schemas.openxmlformats.org/markup-compatibility/2006" xmlns:p14="http://schemas.microsoft.com/office/powerpoint/2010/main">
        <mc:Choice Requires="p14">
          <p:contentPart p14:bwMode="auto" r:id="rId10">
            <p14:nvContentPartPr>
              <p14:cNvPr id="51" name="Ink 50">
                <a:extLst>
                  <a:ext uri="{FF2B5EF4-FFF2-40B4-BE49-F238E27FC236}">
                    <a16:creationId xmlns:a16="http://schemas.microsoft.com/office/drawing/2014/main" id="{C2C470DC-4C8B-5FA5-A049-3E0A99D43C25}"/>
                  </a:ext>
                </a:extLst>
              </p14:cNvPr>
              <p14:cNvContentPartPr/>
              <p14:nvPr/>
            </p14:nvContentPartPr>
            <p14:xfrm>
              <a:off x="6130268" y="4865566"/>
              <a:ext cx="850486" cy="376385"/>
            </p14:xfrm>
          </p:contentPart>
        </mc:Choice>
        <mc:Fallback xmlns="">
          <p:pic>
            <p:nvPicPr>
              <p:cNvPr id="51" name="Ink 50">
                <a:extLst>
                  <a:ext uri="{FF2B5EF4-FFF2-40B4-BE49-F238E27FC236}">
                    <a16:creationId xmlns:a16="http://schemas.microsoft.com/office/drawing/2014/main" id="{C2C470DC-4C8B-5FA5-A049-3E0A99D43C25}"/>
                  </a:ext>
                </a:extLst>
              </p:cNvPr>
              <p:cNvPicPr/>
              <p:nvPr/>
            </p:nvPicPr>
            <p:blipFill>
              <a:blip r:embed="rId11"/>
              <a:stretch>
                <a:fillRect/>
              </a:stretch>
            </p:blipFill>
            <p:spPr>
              <a:xfrm>
                <a:off x="6121270" y="4856579"/>
                <a:ext cx="868122" cy="394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2" name="Ink 51">
                <a:extLst>
                  <a:ext uri="{FF2B5EF4-FFF2-40B4-BE49-F238E27FC236}">
                    <a16:creationId xmlns:a16="http://schemas.microsoft.com/office/drawing/2014/main" id="{C47A94FB-951A-F438-F265-0F8ED8366F62}"/>
                  </a:ext>
                </a:extLst>
              </p14:cNvPr>
              <p14:cNvContentPartPr/>
              <p14:nvPr/>
            </p14:nvContentPartPr>
            <p14:xfrm>
              <a:off x="6982662" y="4591401"/>
              <a:ext cx="211549" cy="282704"/>
            </p14:xfrm>
          </p:contentPart>
        </mc:Choice>
        <mc:Fallback xmlns="">
          <p:pic>
            <p:nvPicPr>
              <p:cNvPr id="52" name="Ink 51">
                <a:extLst>
                  <a:ext uri="{FF2B5EF4-FFF2-40B4-BE49-F238E27FC236}">
                    <a16:creationId xmlns:a16="http://schemas.microsoft.com/office/drawing/2014/main" id="{C47A94FB-951A-F438-F265-0F8ED8366F62}"/>
                  </a:ext>
                </a:extLst>
              </p:cNvPr>
              <p:cNvPicPr/>
              <p:nvPr/>
            </p:nvPicPr>
            <p:blipFill>
              <a:blip r:embed="rId13"/>
              <a:stretch>
                <a:fillRect/>
              </a:stretch>
            </p:blipFill>
            <p:spPr>
              <a:xfrm>
                <a:off x="6973668" y="4582409"/>
                <a:ext cx="229178" cy="300328"/>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Ink 52">
                <a:extLst>
                  <a:ext uri="{FF2B5EF4-FFF2-40B4-BE49-F238E27FC236}">
                    <a16:creationId xmlns:a16="http://schemas.microsoft.com/office/drawing/2014/main" id="{9D01547C-62E7-7E8F-D88C-3BF79F8094B3}"/>
                  </a:ext>
                </a:extLst>
              </p14:cNvPr>
              <p14:cNvContentPartPr/>
              <p14:nvPr/>
            </p14:nvContentPartPr>
            <p14:xfrm>
              <a:off x="7196135" y="4460765"/>
              <a:ext cx="98717" cy="116943"/>
            </p14:xfrm>
          </p:contentPart>
        </mc:Choice>
        <mc:Fallback xmlns="">
          <p:pic>
            <p:nvPicPr>
              <p:cNvPr id="53" name="Ink 52">
                <a:extLst>
                  <a:ext uri="{FF2B5EF4-FFF2-40B4-BE49-F238E27FC236}">
                    <a16:creationId xmlns:a16="http://schemas.microsoft.com/office/drawing/2014/main" id="{9D01547C-62E7-7E8F-D88C-3BF79F8094B3}"/>
                  </a:ext>
                </a:extLst>
              </p:cNvPr>
              <p:cNvPicPr/>
              <p:nvPr/>
            </p:nvPicPr>
            <p:blipFill>
              <a:blip r:embed="rId15"/>
              <a:stretch>
                <a:fillRect/>
              </a:stretch>
            </p:blipFill>
            <p:spPr>
              <a:xfrm>
                <a:off x="7187193" y="4451797"/>
                <a:ext cx="116243" cy="134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4" name="Ink 53">
                <a:extLst>
                  <a:ext uri="{FF2B5EF4-FFF2-40B4-BE49-F238E27FC236}">
                    <a16:creationId xmlns:a16="http://schemas.microsoft.com/office/drawing/2014/main" id="{AC4294ED-388A-6A71-CEB4-244E506D9D23}"/>
                  </a:ext>
                </a:extLst>
              </p14:cNvPr>
              <p14:cNvContentPartPr/>
              <p14:nvPr/>
            </p14:nvContentPartPr>
            <p14:xfrm>
              <a:off x="7296404" y="4205972"/>
              <a:ext cx="110198" cy="305766"/>
            </p14:xfrm>
          </p:contentPart>
        </mc:Choice>
        <mc:Fallback xmlns="">
          <p:pic>
            <p:nvPicPr>
              <p:cNvPr id="54" name="Ink 53">
                <a:extLst>
                  <a:ext uri="{FF2B5EF4-FFF2-40B4-BE49-F238E27FC236}">
                    <a16:creationId xmlns:a16="http://schemas.microsoft.com/office/drawing/2014/main" id="{AC4294ED-388A-6A71-CEB4-244E506D9D23}"/>
                  </a:ext>
                </a:extLst>
              </p:cNvPr>
              <p:cNvPicPr/>
              <p:nvPr/>
            </p:nvPicPr>
            <p:blipFill>
              <a:blip r:embed="rId17"/>
              <a:stretch>
                <a:fillRect/>
              </a:stretch>
            </p:blipFill>
            <p:spPr>
              <a:xfrm>
                <a:off x="7287430" y="4196979"/>
                <a:ext cx="127787" cy="323393"/>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1" name="Ink 60">
                <a:extLst>
                  <a:ext uri="{FF2B5EF4-FFF2-40B4-BE49-F238E27FC236}">
                    <a16:creationId xmlns:a16="http://schemas.microsoft.com/office/drawing/2014/main" id="{4E4498E1-4F6A-B02E-A25C-BFE657A24112}"/>
                  </a:ext>
                </a:extLst>
              </p14:cNvPr>
              <p14:cNvContentPartPr/>
              <p14:nvPr/>
            </p14:nvContentPartPr>
            <p14:xfrm>
              <a:off x="7997293" y="4138189"/>
              <a:ext cx="62372" cy="20392"/>
            </p14:xfrm>
          </p:contentPart>
        </mc:Choice>
        <mc:Fallback xmlns="">
          <p:pic>
            <p:nvPicPr>
              <p:cNvPr id="61" name="Ink 60">
                <a:extLst>
                  <a:ext uri="{FF2B5EF4-FFF2-40B4-BE49-F238E27FC236}">
                    <a16:creationId xmlns:a16="http://schemas.microsoft.com/office/drawing/2014/main" id="{4E4498E1-4F6A-B02E-A25C-BFE657A24112}"/>
                  </a:ext>
                </a:extLst>
              </p:cNvPr>
              <p:cNvPicPr/>
              <p:nvPr/>
            </p:nvPicPr>
            <p:blipFill>
              <a:blip r:embed="rId19"/>
              <a:stretch>
                <a:fillRect/>
              </a:stretch>
            </p:blipFill>
            <p:spPr>
              <a:xfrm>
                <a:off x="7988383" y="4129399"/>
                <a:ext cx="79836" cy="376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2" name="Ink 61">
                <a:extLst>
                  <a:ext uri="{FF2B5EF4-FFF2-40B4-BE49-F238E27FC236}">
                    <a16:creationId xmlns:a16="http://schemas.microsoft.com/office/drawing/2014/main" id="{27BAE103-8836-731A-0E6D-443CF651D05D}"/>
                  </a:ext>
                </a:extLst>
              </p14:cNvPr>
              <p14:cNvContentPartPr/>
              <p14:nvPr/>
            </p14:nvContentPartPr>
            <p14:xfrm>
              <a:off x="8058130" y="4161019"/>
              <a:ext cx="63716" cy="226087"/>
            </p14:xfrm>
          </p:contentPart>
        </mc:Choice>
        <mc:Fallback xmlns="">
          <p:pic>
            <p:nvPicPr>
              <p:cNvPr id="62" name="Ink 61">
                <a:extLst>
                  <a:ext uri="{FF2B5EF4-FFF2-40B4-BE49-F238E27FC236}">
                    <a16:creationId xmlns:a16="http://schemas.microsoft.com/office/drawing/2014/main" id="{27BAE103-8836-731A-0E6D-443CF651D05D}"/>
                  </a:ext>
                </a:extLst>
              </p:cNvPr>
              <p:cNvPicPr/>
              <p:nvPr/>
            </p:nvPicPr>
            <p:blipFill>
              <a:blip r:embed="rId21"/>
              <a:stretch>
                <a:fillRect/>
              </a:stretch>
            </p:blipFill>
            <p:spPr>
              <a:xfrm>
                <a:off x="8049181" y="4152033"/>
                <a:ext cx="81256" cy="2437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4" name="Ink 63">
                <a:extLst>
                  <a:ext uri="{FF2B5EF4-FFF2-40B4-BE49-F238E27FC236}">
                    <a16:creationId xmlns:a16="http://schemas.microsoft.com/office/drawing/2014/main" id="{EACB7A5A-DEC9-020E-5EC2-1D9421D42186}"/>
                  </a:ext>
                </a:extLst>
              </p14:cNvPr>
              <p14:cNvContentPartPr/>
              <p14:nvPr/>
            </p14:nvContentPartPr>
            <p14:xfrm>
              <a:off x="8123165" y="4131023"/>
              <a:ext cx="117433" cy="256706"/>
            </p14:xfrm>
          </p:contentPart>
        </mc:Choice>
        <mc:Fallback xmlns="">
          <p:pic>
            <p:nvPicPr>
              <p:cNvPr id="64" name="Ink 63">
                <a:extLst>
                  <a:ext uri="{FF2B5EF4-FFF2-40B4-BE49-F238E27FC236}">
                    <a16:creationId xmlns:a16="http://schemas.microsoft.com/office/drawing/2014/main" id="{EACB7A5A-DEC9-020E-5EC2-1D9421D42186}"/>
                  </a:ext>
                </a:extLst>
              </p:cNvPr>
              <p:cNvPicPr/>
              <p:nvPr/>
            </p:nvPicPr>
            <p:blipFill>
              <a:blip r:embed="rId23"/>
              <a:stretch>
                <a:fillRect/>
              </a:stretch>
            </p:blipFill>
            <p:spPr>
              <a:xfrm>
                <a:off x="8114187" y="4122035"/>
                <a:ext cx="135030" cy="274323"/>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6" name="Ink 65">
                <a:extLst>
                  <a:ext uri="{FF2B5EF4-FFF2-40B4-BE49-F238E27FC236}">
                    <a16:creationId xmlns:a16="http://schemas.microsoft.com/office/drawing/2014/main" id="{FC08A48B-CE91-A640-5E02-DD1E7E97B7F9}"/>
                  </a:ext>
                </a:extLst>
              </p14:cNvPr>
              <p14:cNvContentPartPr/>
              <p14:nvPr/>
            </p14:nvContentPartPr>
            <p14:xfrm>
              <a:off x="8219659" y="4133716"/>
              <a:ext cx="197602" cy="4205"/>
            </p14:xfrm>
          </p:contentPart>
        </mc:Choice>
        <mc:Fallback xmlns="">
          <p:pic>
            <p:nvPicPr>
              <p:cNvPr id="66" name="Ink 65">
                <a:extLst>
                  <a:ext uri="{FF2B5EF4-FFF2-40B4-BE49-F238E27FC236}">
                    <a16:creationId xmlns:a16="http://schemas.microsoft.com/office/drawing/2014/main" id="{FC08A48B-CE91-A640-5E02-DD1E7E97B7F9}"/>
                  </a:ext>
                </a:extLst>
              </p:cNvPr>
              <p:cNvPicPr/>
              <p:nvPr/>
            </p:nvPicPr>
            <p:blipFill>
              <a:blip r:embed="rId25"/>
              <a:stretch>
                <a:fillRect/>
              </a:stretch>
            </p:blipFill>
            <p:spPr>
              <a:xfrm>
                <a:off x="8210661" y="4125629"/>
                <a:ext cx="215239" cy="20055"/>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7" name="Ink 66">
                <a:extLst>
                  <a:ext uri="{FF2B5EF4-FFF2-40B4-BE49-F238E27FC236}">
                    <a16:creationId xmlns:a16="http://schemas.microsoft.com/office/drawing/2014/main" id="{4FB4E2D9-0A0F-E327-223B-6A6AC16D3E62}"/>
                  </a:ext>
                </a:extLst>
              </p14:cNvPr>
              <p14:cNvContentPartPr/>
              <p14:nvPr/>
            </p14:nvContentPartPr>
            <p14:xfrm>
              <a:off x="8416996" y="4135283"/>
              <a:ext cx="57032" cy="682287"/>
            </p14:xfrm>
          </p:contentPart>
        </mc:Choice>
        <mc:Fallback xmlns="">
          <p:pic>
            <p:nvPicPr>
              <p:cNvPr id="67" name="Ink 66">
                <a:extLst>
                  <a:ext uri="{FF2B5EF4-FFF2-40B4-BE49-F238E27FC236}">
                    <a16:creationId xmlns:a16="http://schemas.microsoft.com/office/drawing/2014/main" id="{4FB4E2D9-0A0F-E327-223B-6A6AC16D3E62}"/>
                  </a:ext>
                </a:extLst>
              </p:cNvPr>
              <p:cNvPicPr/>
              <p:nvPr/>
            </p:nvPicPr>
            <p:blipFill>
              <a:blip r:embed="rId27"/>
              <a:stretch>
                <a:fillRect/>
              </a:stretch>
            </p:blipFill>
            <p:spPr>
              <a:xfrm>
                <a:off x="8408085" y="4126287"/>
                <a:ext cx="74498" cy="699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1" name="Ink 70">
                <a:extLst>
                  <a:ext uri="{FF2B5EF4-FFF2-40B4-BE49-F238E27FC236}">
                    <a16:creationId xmlns:a16="http://schemas.microsoft.com/office/drawing/2014/main" id="{F4FC213C-3355-DF9D-295F-2681BAE98063}"/>
                  </a:ext>
                </a:extLst>
              </p14:cNvPr>
              <p14:cNvContentPartPr/>
              <p14:nvPr/>
            </p14:nvContentPartPr>
            <p14:xfrm>
              <a:off x="9264869" y="4130433"/>
              <a:ext cx="62223" cy="116493"/>
            </p14:xfrm>
          </p:contentPart>
        </mc:Choice>
        <mc:Fallback xmlns="">
          <p:pic>
            <p:nvPicPr>
              <p:cNvPr id="71" name="Ink 70">
                <a:extLst>
                  <a:ext uri="{FF2B5EF4-FFF2-40B4-BE49-F238E27FC236}">
                    <a16:creationId xmlns:a16="http://schemas.microsoft.com/office/drawing/2014/main" id="{F4FC213C-3355-DF9D-295F-2681BAE98063}"/>
                  </a:ext>
                </a:extLst>
              </p:cNvPr>
              <p:cNvPicPr/>
              <p:nvPr/>
            </p:nvPicPr>
            <p:blipFill>
              <a:blip r:embed="rId29"/>
              <a:stretch>
                <a:fillRect/>
              </a:stretch>
            </p:blipFill>
            <p:spPr>
              <a:xfrm>
                <a:off x="9255929" y="4121444"/>
                <a:ext cx="79746" cy="134111"/>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2" name="Ink 71">
                <a:extLst>
                  <a:ext uri="{FF2B5EF4-FFF2-40B4-BE49-F238E27FC236}">
                    <a16:creationId xmlns:a16="http://schemas.microsoft.com/office/drawing/2014/main" id="{8539A3FD-B731-5FD8-CB51-76912CADE677}"/>
                  </a:ext>
                </a:extLst>
              </p14:cNvPr>
              <p14:cNvContentPartPr/>
              <p14:nvPr/>
            </p14:nvContentPartPr>
            <p14:xfrm>
              <a:off x="9326488" y="4133056"/>
              <a:ext cx="69691" cy="106641"/>
            </p14:xfrm>
          </p:contentPart>
        </mc:Choice>
        <mc:Fallback xmlns="">
          <p:pic>
            <p:nvPicPr>
              <p:cNvPr id="72" name="Ink 71">
                <a:extLst>
                  <a:ext uri="{FF2B5EF4-FFF2-40B4-BE49-F238E27FC236}">
                    <a16:creationId xmlns:a16="http://schemas.microsoft.com/office/drawing/2014/main" id="{8539A3FD-B731-5FD8-CB51-76912CADE677}"/>
                  </a:ext>
                </a:extLst>
              </p:cNvPr>
              <p:cNvPicPr/>
              <p:nvPr/>
            </p:nvPicPr>
            <p:blipFill>
              <a:blip r:embed="rId31"/>
              <a:stretch>
                <a:fillRect/>
              </a:stretch>
            </p:blipFill>
            <p:spPr>
              <a:xfrm>
                <a:off x="9317553" y="4124079"/>
                <a:ext cx="87203" cy="124235"/>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3" name="Ink 72">
                <a:extLst>
                  <a:ext uri="{FF2B5EF4-FFF2-40B4-BE49-F238E27FC236}">
                    <a16:creationId xmlns:a16="http://schemas.microsoft.com/office/drawing/2014/main" id="{8B66FA5C-DC4C-E013-55DA-110A545A1EA0}"/>
                  </a:ext>
                </a:extLst>
              </p14:cNvPr>
              <p14:cNvContentPartPr/>
              <p14:nvPr/>
            </p14:nvContentPartPr>
            <p14:xfrm>
              <a:off x="9396691" y="4132592"/>
              <a:ext cx="51893" cy="53514"/>
            </p14:xfrm>
          </p:contentPart>
        </mc:Choice>
        <mc:Fallback xmlns="">
          <p:pic>
            <p:nvPicPr>
              <p:cNvPr id="73" name="Ink 72">
                <a:extLst>
                  <a:ext uri="{FF2B5EF4-FFF2-40B4-BE49-F238E27FC236}">
                    <a16:creationId xmlns:a16="http://schemas.microsoft.com/office/drawing/2014/main" id="{8B66FA5C-DC4C-E013-55DA-110A545A1EA0}"/>
                  </a:ext>
                </a:extLst>
              </p:cNvPr>
              <p:cNvPicPr/>
              <p:nvPr/>
            </p:nvPicPr>
            <p:blipFill>
              <a:blip r:embed="rId33"/>
              <a:stretch>
                <a:fillRect/>
              </a:stretch>
            </p:blipFill>
            <p:spPr>
              <a:xfrm>
                <a:off x="9387744" y="4123613"/>
                <a:ext cx="69429" cy="71113"/>
              </a:xfrm>
              <a:prstGeom prst="rect">
                <a:avLst/>
              </a:prstGeom>
            </p:spPr>
          </p:pic>
        </mc:Fallback>
      </mc:AlternateContent>
      <p:cxnSp>
        <p:nvCxnSpPr>
          <p:cNvPr id="75" name="Straight Arrow Connector 74">
            <a:extLst>
              <a:ext uri="{FF2B5EF4-FFF2-40B4-BE49-F238E27FC236}">
                <a16:creationId xmlns:a16="http://schemas.microsoft.com/office/drawing/2014/main" id="{B754866D-F3F7-30C2-DB95-46E836F6BBE2}"/>
              </a:ext>
            </a:extLst>
          </p:cNvPr>
          <p:cNvCxnSpPr/>
          <p:nvPr/>
        </p:nvCxnSpPr>
        <p:spPr>
          <a:xfrm flipV="1">
            <a:off x="10058503" y="4355516"/>
            <a:ext cx="1308852" cy="798329"/>
          </a:xfrm>
          <a:prstGeom prst="straightConnector1">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78" name="Multiplication Sign 77">
            <a:extLst>
              <a:ext uri="{FF2B5EF4-FFF2-40B4-BE49-F238E27FC236}">
                <a16:creationId xmlns:a16="http://schemas.microsoft.com/office/drawing/2014/main" id="{71E68D74-B47D-FEF1-47B3-6CE28C4AEAFC}"/>
              </a:ext>
            </a:extLst>
          </p:cNvPr>
          <p:cNvSpPr/>
          <p:nvPr/>
        </p:nvSpPr>
        <p:spPr>
          <a:xfrm>
            <a:off x="10644144" y="4828652"/>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Multiplication Sign 79">
            <a:extLst>
              <a:ext uri="{FF2B5EF4-FFF2-40B4-BE49-F238E27FC236}">
                <a16:creationId xmlns:a16="http://schemas.microsoft.com/office/drawing/2014/main" id="{0B52A030-6139-7F8F-4530-B271269E5102}"/>
              </a:ext>
            </a:extLst>
          </p:cNvPr>
          <p:cNvSpPr/>
          <p:nvPr/>
        </p:nvSpPr>
        <p:spPr>
          <a:xfrm>
            <a:off x="10938880" y="4724416"/>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Multiplication Sign 80">
            <a:extLst>
              <a:ext uri="{FF2B5EF4-FFF2-40B4-BE49-F238E27FC236}">
                <a16:creationId xmlns:a16="http://schemas.microsoft.com/office/drawing/2014/main" id="{E58D22F2-D4C2-F612-8D7E-E70344DC33FB}"/>
              </a:ext>
            </a:extLst>
          </p:cNvPr>
          <p:cNvSpPr/>
          <p:nvPr/>
        </p:nvSpPr>
        <p:spPr>
          <a:xfrm>
            <a:off x="10877776" y="4706444"/>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Multiplication Sign 81">
            <a:extLst>
              <a:ext uri="{FF2B5EF4-FFF2-40B4-BE49-F238E27FC236}">
                <a16:creationId xmlns:a16="http://schemas.microsoft.com/office/drawing/2014/main" id="{319B3362-3700-D6A0-4400-C8CD74260978}"/>
              </a:ext>
            </a:extLst>
          </p:cNvPr>
          <p:cNvSpPr/>
          <p:nvPr/>
        </p:nvSpPr>
        <p:spPr>
          <a:xfrm>
            <a:off x="11017955" y="4771142"/>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Multiplication Sign 82">
            <a:extLst>
              <a:ext uri="{FF2B5EF4-FFF2-40B4-BE49-F238E27FC236}">
                <a16:creationId xmlns:a16="http://schemas.microsoft.com/office/drawing/2014/main" id="{02383DC6-AD18-2458-91C7-A8FE548E2F2C}"/>
              </a:ext>
            </a:extLst>
          </p:cNvPr>
          <p:cNvSpPr/>
          <p:nvPr/>
        </p:nvSpPr>
        <p:spPr>
          <a:xfrm>
            <a:off x="11194077" y="4577047"/>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Multiplication Sign 83">
            <a:extLst>
              <a:ext uri="{FF2B5EF4-FFF2-40B4-BE49-F238E27FC236}">
                <a16:creationId xmlns:a16="http://schemas.microsoft.com/office/drawing/2014/main" id="{BEF915A0-6404-9778-3DAC-1E12D6782666}"/>
              </a:ext>
            </a:extLst>
          </p:cNvPr>
          <p:cNvSpPr/>
          <p:nvPr/>
        </p:nvSpPr>
        <p:spPr>
          <a:xfrm>
            <a:off x="10755567" y="4311066"/>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Multiplication Sign 84">
            <a:extLst>
              <a:ext uri="{FF2B5EF4-FFF2-40B4-BE49-F238E27FC236}">
                <a16:creationId xmlns:a16="http://schemas.microsoft.com/office/drawing/2014/main" id="{661CCC96-90A1-81BF-1787-3538C8FF28F0}"/>
              </a:ext>
            </a:extLst>
          </p:cNvPr>
          <p:cNvSpPr/>
          <p:nvPr/>
        </p:nvSpPr>
        <p:spPr>
          <a:xfrm>
            <a:off x="11212048" y="4098999"/>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Multiplication Sign 85">
            <a:extLst>
              <a:ext uri="{FF2B5EF4-FFF2-40B4-BE49-F238E27FC236}">
                <a16:creationId xmlns:a16="http://schemas.microsoft.com/office/drawing/2014/main" id="{BBDC5341-D5D8-1221-B157-C16B2609C108}"/>
              </a:ext>
            </a:extLst>
          </p:cNvPr>
          <p:cNvSpPr/>
          <p:nvPr/>
        </p:nvSpPr>
        <p:spPr>
          <a:xfrm>
            <a:off x="11341444" y="4196046"/>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Multiplication Sign 86">
            <a:extLst>
              <a:ext uri="{FF2B5EF4-FFF2-40B4-BE49-F238E27FC236}">
                <a16:creationId xmlns:a16="http://schemas.microsoft.com/office/drawing/2014/main" id="{930845CE-3975-9D34-EA76-8BF6058F73F4}"/>
              </a:ext>
            </a:extLst>
          </p:cNvPr>
          <p:cNvSpPr/>
          <p:nvPr/>
        </p:nvSpPr>
        <p:spPr>
          <a:xfrm>
            <a:off x="11251585" y="4217611"/>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Multiplication Sign 87">
            <a:extLst>
              <a:ext uri="{FF2B5EF4-FFF2-40B4-BE49-F238E27FC236}">
                <a16:creationId xmlns:a16="http://schemas.microsoft.com/office/drawing/2014/main" id="{F627F502-C21F-0EE5-E179-E986F629BE76}"/>
              </a:ext>
            </a:extLst>
          </p:cNvPr>
          <p:cNvSpPr/>
          <p:nvPr/>
        </p:nvSpPr>
        <p:spPr>
          <a:xfrm>
            <a:off x="11132971" y="4311063"/>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Multiplication Sign 88">
            <a:extLst>
              <a:ext uri="{FF2B5EF4-FFF2-40B4-BE49-F238E27FC236}">
                <a16:creationId xmlns:a16="http://schemas.microsoft.com/office/drawing/2014/main" id="{B12337BF-A018-39DF-26F1-45DF18FEBA54}"/>
              </a:ext>
            </a:extLst>
          </p:cNvPr>
          <p:cNvSpPr/>
          <p:nvPr/>
        </p:nvSpPr>
        <p:spPr>
          <a:xfrm>
            <a:off x="11262367" y="4357789"/>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Multiplication Sign 89">
            <a:extLst>
              <a:ext uri="{FF2B5EF4-FFF2-40B4-BE49-F238E27FC236}">
                <a16:creationId xmlns:a16="http://schemas.microsoft.com/office/drawing/2014/main" id="{EB5B936C-79ED-A192-4011-4486FC600457}"/>
              </a:ext>
            </a:extLst>
          </p:cNvPr>
          <p:cNvSpPr/>
          <p:nvPr/>
        </p:nvSpPr>
        <p:spPr>
          <a:xfrm>
            <a:off x="11251583" y="4451241"/>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Multiplication Sign 90">
            <a:extLst>
              <a:ext uri="{FF2B5EF4-FFF2-40B4-BE49-F238E27FC236}">
                <a16:creationId xmlns:a16="http://schemas.microsoft.com/office/drawing/2014/main" id="{50627759-0DA6-CF33-9B21-84D6FB1A1829}"/>
              </a:ext>
            </a:extLst>
          </p:cNvPr>
          <p:cNvSpPr/>
          <p:nvPr/>
        </p:nvSpPr>
        <p:spPr>
          <a:xfrm>
            <a:off x="11154535" y="4512344"/>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Multiplication Sign 91">
            <a:extLst>
              <a:ext uri="{FF2B5EF4-FFF2-40B4-BE49-F238E27FC236}">
                <a16:creationId xmlns:a16="http://schemas.microsoft.com/office/drawing/2014/main" id="{1F2439FD-EA09-7BE2-CFBA-B3B910EB2314}"/>
              </a:ext>
            </a:extLst>
          </p:cNvPr>
          <p:cNvSpPr/>
          <p:nvPr/>
        </p:nvSpPr>
        <p:spPr>
          <a:xfrm>
            <a:off x="10978412" y="4605796"/>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Multiplication Sign 92">
            <a:extLst>
              <a:ext uri="{FF2B5EF4-FFF2-40B4-BE49-F238E27FC236}">
                <a16:creationId xmlns:a16="http://schemas.microsoft.com/office/drawing/2014/main" id="{9364B0C1-E609-CC2A-2EB5-DB9697BE843F}"/>
              </a:ext>
            </a:extLst>
          </p:cNvPr>
          <p:cNvSpPr/>
          <p:nvPr/>
        </p:nvSpPr>
        <p:spPr>
          <a:xfrm>
            <a:off x="10877770" y="4537503"/>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Multiplication Sign 93">
            <a:extLst>
              <a:ext uri="{FF2B5EF4-FFF2-40B4-BE49-F238E27FC236}">
                <a16:creationId xmlns:a16="http://schemas.microsoft.com/office/drawing/2014/main" id="{A4E6CD2D-19B5-3096-89BA-C75A00EEE047}"/>
              </a:ext>
            </a:extLst>
          </p:cNvPr>
          <p:cNvSpPr/>
          <p:nvPr/>
        </p:nvSpPr>
        <p:spPr>
          <a:xfrm>
            <a:off x="10978411" y="4483587"/>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Multiplication Sign 94">
            <a:extLst>
              <a:ext uri="{FF2B5EF4-FFF2-40B4-BE49-F238E27FC236}">
                <a16:creationId xmlns:a16="http://schemas.microsoft.com/office/drawing/2014/main" id="{C73C6320-9F7E-49F6-0771-9C51A461E4C2}"/>
              </a:ext>
            </a:extLst>
          </p:cNvPr>
          <p:cNvSpPr/>
          <p:nvPr/>
        </p:nvSpPr>
        <p:spPr>
          <a:xfrm>
            <a:off x="10025915" y="5303103"/>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Multiplication Sign 95">
            <a:extLst>
              <a:ext uri="{FF2B5EF4-FFF2-40B4-BE49-F238E27FC236}">
                <a16:creationId xmlns:a16="http://schemas.microsoft.com/office/drawing/2014/main" id="{2FEAD238-6A9B-CEC4-1566-C21765588AC4}"/>
              </a:ext>
            </a:extLst>
          </p:cNvPr>
          <p:cNvSpPr/>
          <p:nvPr/>
        </p:nvSpPr>
        <p:spPr>
          <a:xfrm>
            <a:off x="10155312" y="4922102"/>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Multiplication Sign 96">
            <a:extLst>
              <a:ext uri="{FF2B5EF4-FFF2-40B4-BE49-F238E27FC236}">
                <a16:creationId xmlns:a16="http://schemas.microsoft.com/office/drawing/2014/main" id="{60889110-7D44-5D05-F8EF-3161FF888FCB}"/>
              </a:ext>
            </a:extLst>
          </p:cNvPr>
          <p:cNvSpPr/>
          <p:nvPr/>
        </p:nvSpPr>
        <p:spPr>
          <a:xfrm>
            <a:off x="10478802" y="4753167"/>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Multiplication Sign 97">
            <a:extLst>
              <a:ext uri="{FF2B5EF4-FFF2-40B4-BE49-F238E27FC236}">
                <a16:creationId xmlns:a16="http://schemas.microsoft.com/office/drawing/2014/main" id="{FEF0D08C-24E0-6984-F89F-3D913972C88F}"/>
              </a:ext>
            </a:extLst>
          </p:cNvPr>
          <p:cNvSpPr/>
          <p:nvPr/>
        </p:nvSpPr>
        <p:spPr>
          <a:xfrm>
            <a:off x="10583037" y="4670497"/>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Multiplication Sign 98">
            <a:extLst>
              <a:ext uri="{FF2B5EF4-FFF2-40B4-BE49-F238E27FC236}">
                <a16:creationId xmlns:a16="http://schemas.microsoft.com/office/drawing/2014/main" id="{8876B73C-7773-5F24-B0BE-B80D0C4F56A7}"/>
              </a:ext>
            </a:extLst>
          </p:cNvPr>
          <p:cNvSpPr/>
          <p:nvPr/>
        </p:nvSpPr>
        <p:spPr>
          <a:xfrm>
            <a:off x="10755565" y="4605798"/>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Multiplication Sign 99">
            <a:extLst>
              <a:ext uri="{FF2B5EF4-FFF2-40B4-BE49-F238E27FC236}">
                <a16:creationId xmlns:a16="http://schemas.microsoft.com/office/drawing/2014/main" id="{2E095361-F18F-BC99-A37D-14ADDFCC81A3}"/>
              </a:ext>
            </a:extLst>
          </p:cNvPr>
          <p:cNvSpPr/>
          <p:nvPr/>
        </p:nvSpPr>
        <p:spPr>
          <a:xfrm>
            <a:off x="10543498" y="4717222"/>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Multiplication Sign 100">
            <a:extLst>
              <a:ext uri="{FF2B5EF4-FFF2-40B4-BE49-F238E27FC236}">
                <a16:creationId xmlns:a16="http://schemas.microsoft.com/office/drawing/2014/main" id="{FCF1D897-A2D3-A880-557A-8A011EA3B4D6}"/>
              </a:ext>
            </a:extLst>
          </p:cNvPr>
          <p:cNvSpPr/>
          <p:nvPr/>
        </p:nvSpPr>
        <p:spPr>
          <a:xfrm>
            <a:off x="10978411" y="4559068"/>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Multiplication Sign 101">
            <a:extLst>
              <a:ext uri="{FF2B5EF4-FFF2-40B4-BE49-F238E27FC236}">
                <a16:creationId xmlns:a16="http://schemas.microsoft.com/office/drawing/2014/main" id="{4CA214A8-074E-B110-B846-F9B160CCC54D}"/>
              </a:ext>
            </a:extLst>
          </p:cNvPr>
          <p:cNvSpPr/>
          <p:nvPr/>
        </p:nvSpPr>
        <p:spPr>
          <a:xfrm>
            <a:off x="11114995" y="4559067"/>
            <a:ext cx="78405" cy="93106"/>
          </a:xfrm>
          <a:prstGeom prst="mathMultiply">
            <a:avLst/>
          </a:prstGeom>
          <a:solidFill>
            <a:srgbClr val="FF0000"/>
          </a:solidFill>
          <a:ln>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3" name="Straight Arrow Connector 102">
            <a:extLst>
              <a:ext uri="{FF2B5EF4-FFF2-40B4-BE49-F238E27FC236}">
                <a16:creationId xmlns:a16="http://schemas.microsoft.com/office/drawing/2014/main" id="{2867B526-CCB2-BF45-C663-A21F627C4FA4}"/>
              </a:ext>
            </a:extLst>
          </p:cNvPr>
          <p:cNvCxnSpPr/>
          <p:nvPr/>
        </p:nvCxnSpPr>
        <p:spPr>
          <a:xfrm>
            <a:off x="6137119" y="5238552"/>
            <a:ext cx="56539" cy="43689"/>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71123256-4040-42F7-CA94-F9C35EC719BB}"/>
              </a:ext>
            </a:extLst>
          </p:cNvPr>
          <p:cNvCxnSpPr>
            <a:cxnSpLocks/>
          </p:cNvCxnSpPr>
          <p:nvPr/>
        </p:nvCxnSpPr>
        <p:spPr>
          <a:xfrm>
            <a:off x="6176657" y="5267306"/>
            <a:ext cx="60133" cy="65255"/>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9AC3B59E-9B7F-ADF0-49D3-3C89EF8BB6AC}"/>
              </a:ext>
            </a:extLst>
          </p:cNvPr>
          <p:cNvCxnSpPr>
            <a:cxnSpLocks/>
          </p:cNvCxnSpPr>
          <p:nvPr/>
        </p:nvCxnSpPr>
        <p:spPr>
          <a:xfrm flipV="1">
            <a:off x="6823637" y="5300212"/>
            <a:ext cx="149991" cy="6631"/>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2A55D3CE-A2E3-A5C7-1CA7-58377AC26C11}"/>
              </a:ext>
            </a:extLst>
          </p:cNvPr>
          <p:cNvCxnSpPr>
            <a:cxnSpLocks/>
          </p:cNvCxnSpPr>
          <p:nvPr/>
        </p:nvCxnSpPr>
        <p:spPr>
          <a:xfrm flipV="1">
            <a:off x="7359194" y="5221135"/>
            <a:ext cx="74508" cy="24603"/>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9DFBE05F-FE2C-9B63-EB27-C74415BA6E51}"/>
              </a:ext>
            </a:extLst>
          </p:cNvPr>
          <p:cNvCxnSpPr>
            <a:cxnSpLocks/>
          </p:cNvCxnSpPr>
          <p:nvPr/>
        </p:nvCxnSpPr>
        <p:spPr>
          <a:xfrm flipV="1">
            <a:off x="7305278" y="5242701"/>
            <a:ext cx="56537" cy="3538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AAD75B-4D97-706B-351A-899457966B04}"/>
              </a:ext>
            </a:extLst>
          </p:cNvPr>
          <p:cNvCxnSpPr>
            <a:cxnSpLocks/>
          </p:cNvCxnSpPr>
          <p:nvPr/>
        </p:nvCxnSpPr>
        <p:spPr>
          <a:xfrm flipV="1">
            <a:off x="6237760" y="5307400"/>
            <a:ext cx="121237" cy="24604"/>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6B81C41A-734A-B2CE-B6A5-E0F86EFE2B13}"/>
              </a:ext>
            </a:extLst>
          </p:cNvPr>
          <p:cNvCxnSpPr>
            <a:cxnSpLocks/>
          </p:cNvCxnSpPr>
          <p:nvPr/>
        </p:nvCxnSpPr>
        <p:spPr>
          <a:xfrm flipV="1">
            <a:off x="6453420" y="5249890"/>
            <a:ext cx="56540" cy="10226"/>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10305E4D-0972-EF61-B6CF-ABF58900876D}"/>
              </a:ext>
            </a:extLst>
          </p:cNvPr>
          <p:cNvCxnSpPr>
            <a:cxnSpLocks/>
          </p:cNvCxnSpPr>
          <p:nvPr/>
        </p:nvCxnSpPr>
        <p:spPr>
          <a:xfrm>
            <a:off x="6492957" y="5249332"/>
            <a:ext cx="67322" cy="83228"/>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158EBAD-AA52-AC51-4A12-FF9220FA819A}"/>
              </a:ext>
            </a:extLst>
          </p:cNvPr>
          <p:cNvCxnSpPr>
            <a:cxnSpLocks/>
          </p:cNvCxnSpPr>
          <p:nvPr/>
        </p:nvCxnSpPr>
        <p:spPr>
          <a:xfrm>
            <a:off x="6665484" y="5317623"/>
            <a:ext cx="45757" cy="7748"/>
          </a:xfrm>
          <a:prstGeom prst="straightConnector1">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4">
            <p14:nvContentPartPr>
              <p14:cNvPr id="117" name="Ink 116">
                <a:extLst>
                  <a:ext uri="{FF2B5EF4-FFF2-40B4-BE49-F238E27FC236}">
                    <a16:creationId xmlns:a16="http://schemas.microsoft.com/office/drawing/2014/main" id="{6A0AACAF-9F26-7C8E-0744-BFFD355BBBA2}"/>
                  </a:ext>
                </a:extLst>
              </p14:cNvPr>
              <p14:cNvContentPartPr/>
              <p14:nvPr/>
            </p14:nvContentPartPr>
            <p14:xfrm>
              <a:off x="6136660" y="5243784"/>
              <a:ext cx="365653" cy="88452"/>
            </p14:xfrm>
          </p:contentPart>
        </mc:Choice>
        <mc:Fallback xmlns="">
          <p:pic>
            <p:nvPicPr>
              <p:cNvPr id="117" name="Ink 116">
                <a:extLst>
                  <a:ext uri="{FF2B5EF4-FFF2-40B4-BE49-F238E27FC236}">
                    <a16:creationId xmlns:a16="http://schemas.microsoft.com/office/drawing/2014/main" id="{6A0AACAF-9F26-7C8E-0744-BFFD355BBBA2}"/>
                  </a:ext>
                </a:extLst>
              </p:cNvPr>
              <p:cNvPicPr/>
              <p:nvPr/>
            </p:nvPicPr>
            <p:blipFill>
              <a:blip r:embed="rId35"/>
              <a:stretch>
                <a:fillRect/>
              </a:stretch>
            </p:blipFill>
            <p:spPr>
              <a:xfrm>
                <a:off x="6127671" y="5234795"/>
                <a:ext cx="383270" cy="10607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8" name="Ink 117">
                <a:extLst>
                  <a:ext uri="{FF2B5EF4-FFF2-40B4-BE49-F238E27FC236}">
                    <a16:creationId xmlns:a16="http://schemas.microsoft.com/office/drawing/2014/main" id="{8FE3BFAF-C600-132C-561A-55FD601BE9DA}"/>
                  </a:ext>
                </a:extLst>
              </p14:cNvPr>
              <p14:cNvContentPartPr/>
              <p14:nvPr/>
            </p14:nvContentPartPr>
            <p14:xfrm>
              <a:off x="6501811" y="5226737"/>
              <a:ext cx="912692" cy="111663"/>
            </p14:xfrm>
          </p:contentPart>
        </mc:Choice>
        <mc:Fallback xmlns="">
          <p:pic>
            <p:nvPicPr>
              <p:cNvPr id="118" name="Ink 117">
                <a:extLst>
                  <a:ext uri="{FF2B5EF4-FFF2-40B4-BE49-F238E27FC236}">
                    <a16:creationId xmlns:a16="http://schemas.microsoft.com/office/drawing/2014/main" id="{8FE3BFAF-C600-132C-561A-55FD601BE9DA}"/>
                  </a:ext>
                </a:extLst>
              </p:cNvPr>
              <p:cNvPicPr/>
              <p:nvPr/>
            </p:nvPicPr>
            <p:blipFill>
              <a:blip r:embed="rId37"/>
              <a:stretch>
                <a:fillRect/>
              </a:stretch>
            </p:blipFill>
            <p:spPr>
              <a:xfrm>
                <a:off x="6492814" y="5217761"/>
                <a:ext cx="930327" cy="129256"/>
              </a:xfrm>
              <a:prstGeom prst="rect">
                <a:avLst/>
              </a:prstGeom>
            </p:spPr>
          </p:pic>
        </mc:Fallback>
      </mc:AlternateContent>
      <p:cxnSp>
        <p:nvCxnSpPr>
          <p:cNvPr id="14" name="Straight Arrow Connector 13">
            <a:extLst>
              <a:ext uri="{FF2B5EF4-FFF2-40B4-BE49-F238E27FC236}">
                <a16:creationId xmlns:a16="http://schemas.microsoft.com/office/drawing/2014/main" id="{39DC1CA8-C9D2-662B-5844-97AA6D13134B}"/>
              </a:ext>
            </a:extLst>
          </p:cNvPr>
          <p:cNvCxnSpPr/>
          <p:nvPr/>
        </p:nvCxnSpPr>
        <p:spPr>
          <a:xfrm flipV="1">
            <a:off x="8599795" y="4140954"/>
            <a:ext cx="666861" cy="225"/>
          </a:xfrm>
          <a:prstGeom prst="straightConnector1">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8">
            <p14:nvContentPartPr>
              <p14:cNvPr id="17" name="Ink 16">
                <a:extLst>
                  <a:ext uri="{FF2B5EF4-FFF2-40B4-BE49-F238E27FC236}">
                    <a16:creationId xmlns:a16="http://schemas.microsoft.com/office/drawing/2014/main" id="{D28D4E34-B301-3796-B65C-2BDDDFCA6891}"/>
                  </a:ext>
                </a:extLst>
              </p14:cNvPr>
              <p14:cNvContentPartPr/>
              <p14:nvPr/>
            </p14:nvContentPartPr>
            <p14:xfrm>
              <a:off x="8473801" y="4148745"/>
              <a:ext cx="132440" cy="677023"/>
            </p14:xfrm>
          </p:contentPart>
        </mc:Choice>
        <mc:Fallback xmlns="">
          <p:pic>
            <p:nvPicPr>
              <p:cNvPr id="17" name="Ink 16">
                <a:extLst>
                  <a:ext uri="{FF2B5EF4-FFF2-40B4-BE49-F238E27FC236}">
                    <a16:creationId xmlns:a16="http://schemas.microsoft.com/office/drawing/2014/main" id="{D28D4E34-B301-3796-B65C-2BDDDFCA6891}"/>
                  </a:ext>
                </a:extLst>
              </p:cNvPr>
              <p:cNvPicPr/>
              <p:nvPr/>
            </p:nvPicPr>
            <p:blipFill>
              <a:blip r:embed="rId39"/>
              <a:stretch>
                <a:fillRect/>
              </a:stretch>
            </p:blipFill>
            <p:spPr>
              <a:xfrm>
                <a:off x="8464804" y="4139752"/>
                <a:ext cx="150075" cy="69465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E276A0E6-4F89-BB96-F30E-08672D5D7C0A}"/>
                  </a:ext>
                </a:extLst>
              </p14:cNvPr>
              <p14:cNvContentPartPr/>
              <p14:nvPr/>
            </p14:nvContentPartPr>
            <p14:xfrm>
              <a:off x="8482165" y="4151103"/>
              <a:ext cx="966785" cy="1201975"/>
            </p14:xfrm>
          </p:contentPart>
        </mc:Choice>
        <mc:Fallback xmlns="">
          <p:pic>
            <p:nvPicPr>
              <p:cNvPr id="23" name="Ink 22">
                <a:extLst>
                  <a:ext uri="{FF2B5EF4-FFF2-40B4-BE49-F238E27FC236}">
                    <a16:creationId xmlns:a16="http://schemas.microsoft.com/office/drawing/2014/main" id="{E276A0E6-4F89-BB96-F30E-08672D5D7C0A}"/>
                  </a:ext>
                </a:extLst>
              </p:cNvPr>
              <p:cNvPicPr/>
              <p:nvPr/>
            </p:nvPicPr>
            <p:blipFill>
              <a:blip r:embed="rId41"/>
              <a:stretch>
                <a:fillRect/>
              </a:stretch>
            </p:blipFill>
            <p:spPr>
              <a:xfrm>
                <a:off x="8473167" y="4142106"/>
                <a:ext cx="984422" cy="1219609"/>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5DA6DA3E-3FB6-BA39-EA20-D8C958056D57}"/>
                  </a:ext>
                </a:extLst>
              </p14:cNvPr>
              <p14:cNvContentPartPr/>
              <p14:nvPr/>
            </p14:nvContentPartPr>
            <p14:xfrm>
              <a:off x="7988377" y="4144219"/>
              <a:ext cx="495826" cy="1149342"/>
            </p14:xfrm>
          </p:contentPart>
        </mc:Choice>
        <mc:Fallback xmlns="">
          <p:pic>
            <p:nvPicPr>
              <p:cNvPr id="29" name="Ink 28">
                <a:extLst>
                  <a:ext uri="{FF2B5EF4-FFF2-40B4-BE49-F238E27FC236}">
                    <a16:creationId xmlns:a16="http://schemas.microsoft.com/office/drawing/2014/main" id="{5DA6DA3E-3FB6-BA39-EA20-D8C958056D57}"/>
                  </a:ext>
                </a:extLst>
              </p:cNvPr>
              <p:cNvPicPr/>
              <p:nvPr/>
            </p:nvPicPr>
            <p:blipFill>
              <a:blip r:embed="rId43"/>
              <a:stretch>
                <a:fillRect/>
              </a:stretch>
            </p:blipFill>
            <p:spPr>
              <a:xfrm>
                <a:off x="7979382" y="4135223"/>
                <a:ext cx="513457" cy="1166974"/>
              </a:xfrm>
              <a:prstGeom prst="rect">
                <a:avLst/>
              </a:prstGeom>
            </p:spPr>
          </p:pic>
        </mc:Fallback>
      </mc:AlternateContent>
      <p:pic>
        <p:nvPicPr>
          <p:cNvPr id="79" name="Picture 78" descr="A logo for a company&#10;&#10;AI-generated content may be incorrect.">
            <a:extLst>
              <a:ext uri="{FF2B5EF4-FFF2-40B4-BE49-F238E27FC236}">
                <a16:creationId xmlns:a16="http://schemas.microsoft.com/office/drawing/2014/main" id="{D993F0ED-32C0-1494-46C1-4942833B3F1E}"/>
              </a:ext>
            </a:extLst>
          </p:cNvPr>
          <p:cNvPicPr>
            <a:picLocks noChangeAspect="1"/>
          </p:cNvPicPr>
          <p:nvPr/>
        </p:nvPicPr>
        <p:blipFill>
          <a:blip r:embed="rId44">
            <a:extLst>
              <a:ext uri="{28A0092B-C50C-407E-A947-70E740481C1C}">
                <a14:useLocalDpi xmlns:a14="http://schemas.microsoft.com/office/drawing/2010/main" val="0"/>
              </a:ext>
            </a:extLst>
          </a:blip>
          <a:stretch>
            <a:fillRect/>
          </a:stretch>
        </p:blipFill>
        <p:spPr>
          <a:xfrm>
            <a:off x="10458307" y="177486"/>
            <a:ext cx="585106" cy="585106"/>
          </a:xfrm>
          <a:prstGeom prst="rect">
            <a:avLst/>
          </a:prstGeom>
        </p:spPr>
      </p:pic>
      <p:cxnSp>
        <p:nvCxnSpPr>
          <p:cNvPr id="115" name="Straight Connector 114">
            <a:extLst>
              <a:ext uri="{FF2B5EF4-FFF2-40B4-BE49-F238E27FC236}">
                <a16:creationId xmlns:a16="http://schemas.microsoft.com/office/drawing/2014/main" id="{10ACC5D3-1E93-0B4B-E18D-994E731A977E}"/>
              </a:ext>
            </a:extLst>
          </p:cNvPr>
          <p:cNvCxnSpPr/>
          <p:nvPr/>
        </p:nvCxnSpPr>
        <p:spPr>
          <a:xfrm>
            <a:off x="11149831" y="296091"/>
            <a:ext cx="0" cy="383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A3AC3B-68AB-36C3-B1CE-9982AB69E07F}"/>
              </a:ext>
            </a:extLst>
          </p:cNvPr>
          <p:cNvCxnSpPr>
            <a:cxnSpLocks/>
          </p:cNvCxnSpPr>
          <p:nvPr/>
        </p:nvCxnSpPr>
        <p:spPr>
          <a:xfrm>
            <a:off x="5857726" y="1226733"/>
            <a:ext cx="4430787" cy="0"/>
          </a:xfrm>
          <a:prstGeom prst="line">
            <a:avLst/>
          </a:prstGeom>
          <a:ln w="28575">
            <a:solidFill>
              <a:srgbClr val="E3001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99183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C64A9C38-2E1B-0625-3A75-10F65142E9BC}"/>
              </a:ext>
            </a:extLst>
          </p:cNvPr>
          <p:cNvCxnSpPr/>
          <p:nvPr/>
        </p:nvCxnSpPr>
        <p:spPr>
          <a:xfrm>
            <a:off x="477081" y="836791"/>
            <a:ext cx="11291581" cy="0"/>
          </a:xfrm>
          <a:prstGeom prst="line">
            <a:avLst/>
          </a:prstGeom>
          <a:ln w="12700">
            <a:solidFill>
              <a:srgbClr val="E3001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95C5593C-EF4D-9E5E-03BB-307C926FA26A}"/>
              </a:ext>
            </a:extLst>
          </p:cNvPr>
          <p:cNvCxnSpPr/>
          <p:nvPr/>
        </p:nvCxnSpPr>
        <p:spPr>
          <a:xfrm>
            <a:off x="431560" y="6571164"/>
            <a:ext cx="11291581" cy="0"/>
          </a:xfrm>
          <a:prstGeom prst="line">
            <a:avLst/>
          </a:prstGeom>
          <a:ln w="12700">
            <a:solidFill>
              <a:srgbClr val="E3001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D0795A3-2F4C-F5AF-F840-FD2FD2087C0B}"/>
              </a:ext>
            </a:extLst>
          </p:cNvPr>
          <p:cNvSpPr txBox="1"/>
          <p:nvPr/>
        </p:nvSpPr>
        <p:spPr>
          <a:xfrm>
            <a:off x="430635" y="251702"/>
            <a:ext cx="10921314" cy="461665"/>
          </a:xfrm>
          <a:prstGeom prst="rect">
            <a:avLst/>
          </a:prstGeom>
          <a:noFill/>
        </p:spPr>
        <p:txBody>
          <a:bodyPr wrap="square" lIns="91440" tIns="45720" rIns="91440" bIns="45720" rtlCol="0" anchor="t">
            <a:spAutoFit/>
          </a:bodyPr>
          <a:lstStyle/>
          <a:p>
            <a:r>
              <a:rPr lang="en-GB" sz="2400" b="1" dirty="0">
                <a:solidFill>
                  <a:srgbClr val="355FAB"/>
                </a:solidFill>
                <a:latin typeface="Arial"/>
                <a:ea typeface="ADLaM Display"/>
                <a:cs typeface="Arial"/>
              </a:rPr>
              <a:t>Investment Thesis I: A “Picks &amp; Shovels” play on AI</a:t>
            </a:r>
            <a:endParaRPr lang="en-GB" sz="2400" b="1" dirty="0">
              <a:solidFill>
                <a:srgbClr val="355FAB"/>
              </a:solidFill>
              <a:latin typeface="Arial" panose="020B0604020202020204" pitchFamily="34" charset="0"/>
              <a:ea typeface="ADLaM Display" panose="020F0502020204030204" pitchFamily="2" charset="0"/>
              <a:cs typeface="Arial" panose="020B0604020202020204" pitchFamily="34" charset="0"/>
            </a:endParaRPr>
          </a:p>
        </p:txBody>
      </p:sp>
      <p:pic>
        <p:nvPicPr>
          <p:cNvPr id="11" name="Picture 10" descr="Logo&#10;&#10;Description automatically generated with low confidence">
            <a:extLst>
              <a:ext uri="{FF2B5EF4-FFF2-40B4-BE49-F238E27FC236}">
                <a16:creationId xmlns:a16="http://schemas.microsoft.com/office/drawing/2014/main" id="{E22B38A6-6FA7-D421-762B-E50AE8E4EE26}"/>
              </a:ext>
            </a:extLst>
          </p:cNvPr>
          <p:cNvPicPr>
            <a:picLocks noChangeAspect="1"/>
          </p:cNvPicPr>
          <p:nvPr/>
        </p:nvPicPr>
        <p:blipFill rotWithShape="1">
          <a:blip r:embed="rId3"/>
          <a:srcRect t="2292"/>
          <a:stretch/>
        </p:blipFill>
        <p:spPr>
          <a:xfrm>
            <a:off x="11210624" y="149368"/>
            <a:ext cx="550741" cy="661623"/>
          </a:xfrm>
          <a:prstGeom prst="rect">
            <a:avLst/>
          </a:prstGeom>
        </p:spPr>
      </p:pic>
      <p:sp>
        <p:nvSpPr>
          <p:cNvPr id="12" name="Slide Number Placeholder 11">
            <a:extLst>
              <a:ext uri="{FF2B5EF4-FFF2-40B4-BE49-F238E27FC236}">
                <a16:creationId xmlns:a16="http://schemas.microsoft.com/office/drawing/2014/main" id="{54F16F8B-4531-2794-81B2-967503451EC3}"/>
              </a:ext>
            </a:extLst>
          </p:cNvPr>
          <p:cNvSpPr>
            <a:spLocks noGrp="1"/>
          </p:cNvSpPr>
          <p:nvPr>
            <p:ph type="sldNum" sz="quarter" idx="12"/>
          </p:nvPr>
        </p:nvSpPr>
        <p:spPr>
          <a:xfrm>
            <a:off x="8609674" y="6534699"/>
            <a:ext cx="2743200" cy="365125"/>
          </a:xfrm>
        </p:spPr>
        <p:txBody>
          <a:bodyPr/>
          <a:lstStyle/>
          <a:p>
            <a:fld id="{B0B96B13-3B2C-4D2F-B5C6-31437AAE5D43}" type="slidenum">
              <a:rPr lang="en-GB" smtClean="0"/>
              <a:t>5</a:t>
            </a:fld>
            <a:endParaRPr lang="en-GB"/>
          </a:p>
        </p:txBody>
      </p:sp>
      <p:sp>
        <p:nvSpPr>
          <p:cNvPr id="10" name="TextBox 9">
            <a:extLst>
              <a:ext uri="{FF2B5EF4-FFF2-40B4-BE49-F238E27FC236}">
                <a16:creationId xmlns:a16="http://schemas.microsoft.com/office/drawing/2014/main" id="{FB845A89-3649-B181-49A6-93917CF8E1C7}"/>
              </a:ext>
            </a:extLst>
          </p:cNvPr>
          <p:cNvSpPr txBox="1"/>
          <p:nvPr/>
        </p:nvSpPr>
        <p:spPr>
          <a:xfrm>
            <a:off x="477081" y="896699"/>
            <a:ext cx="5589963" cy="2798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b="1" dirty="0">
                <a:solidFill>
                  <a:srgbClr val="355FAB"/>
                </a:solidFill>
                <a:latin typeface="Arial"/>
                <a:cs typeface="Arial"/>
              </a:rPr>
              <a:t>The Picks &amp; Shovels</a:t>
            </a:r>
            <a:endParaRPr lang="en-US" dirty="0">
              <a:solidFill>
                <a:srgbClr val="355FAB"/>
              </a:solidFill>
              <a:cs typeface="Calibri" panose="020F0502020204030204"/>
            </a:endParaRPr>
          </a:p>
          <a:p>
            <a:endParaRPr lang="en-GB" sz="1600" dirty="0">
              <a:latin typeface="Calibri"/>
              <a:cs typeface="Arial"/>
            </a:endParaRPr>
          </a:p>
          <a:p>
            <a:pPr marL="285750" indent="-285750">
              <a:lnSpc>
                <a:spcPct val="114000"/>
              </a:lnSpc>
              <a:buFont typeface="Arial" panose="020B0604020202020204" pitchFamily="34" charset="0"/>
              <a:buChar char="•"/>
            </a:pPr>
            <a:r>
              <a:rPr lang="en-GB" sz="1500" b="1" dirty="0">
                <a:latin typeface="Grandview Display" panose="020B0502040204020203" pitchFamily="34" charset="0"/>
                <a:cs typeface="Arial"/>
              </a:rPr>
              <a:t>Leading</a:t>
            </a:r>
            <a:r>
              <a:rPr lang="en-GB" sz="1500" dirty="0">
                <a:latin typeface="Grandview Display" panose="020B0502040204020203" pitchFamily="34" charset="0"/>
                <a:cs typeface="Arial"/>
              </a:rPr>
              <a:t> supplier of innovative and patented speciality gas applications in the semiconductor sector; essential for fabrication of high-performance microchips, AI’s backbone.</a:t>
            </a:r>
            <a:endParaRPr lang="en-GB" sz="1500" dirty="0">
              <a:latin typeface="Grandview Display" panose="020B0502040204020203" pitchFamily="34" charset="0"/>
              <a:ea typeface="Calibri"/>
              <a:cs typeface="Arial"/>
            </a:endParaRPr>
          </a:p>
          <a:p>
            <a:pPr marL="285750" indent="-285750">
              <a:lnSpc>
                <a:spcPct val="114000"/>
              </a:lnSpc>
              <a:buFont typeface="Arial" panose="020B0604020202020204" pitchFamily="34" charset="0"/>
              <a:buChar char="•"/>
            </a:pPr>
            <a:endParaRPr lang="en-GB" sz="1500" dirty="0">
              <a:latin typeface="Grandview Display" panose="020B0502040204020203" pitchFamily="34" charset="0"/>
              <a:cs typeface="Calibri"/>
            </a:endParaRPr>
          </a:p>
          <a:p>
            <a:pPr marL="285750" indent="-285750">
              <a:lnSpc>
                <a:spcPct val="114000"/>
              </a:lnSpc>
              <a:spcAft>
                <a:spcPts val="600"/>
              </a:spcAft>
              <a:buFont typeface="Arial" panose="020B0604020202020204" pitchFamily="34" charset="0"/>
              <a:buChar char="•"/>
            </a:pPr>
            <a:r>
              <a:rPr lang="en-GB" sz="1500" dirty="0">
                <a:latin typeface="Grandview Display" panose="020B0502040204020203" pitchFamily="34" charset="0"/>
                <a:cs typeface="Arial"/>
              </a:rPr>
              <a:t>Global </a:t>
            </a:r>
            <a:r>
              <a:rPr lang="en-GB" sz="1500" b="1" dirty="0">
                <a:latin typeface="Grandview Display" panose="020B0502040204020203" pitchFamily="34" charset="0"/>
                <a:cs typeface="Arial"/>
              </a:rPr>
              <a:t>infrastructure</a:t>
            </a:r>
            <a:r>
              <a:rPr lang="en-GB" sz="1500" dirty="0">
                <a:latin typeface="Grandview Display" panose="020B0502040204020203" pitchFamily="34" charset="0"/>
                <a:cs typeface="Arial"/>
              </a:rPr>
              <a:t> projects, worth $1.5bn of investment backlog, with contracts supplying major semiconductor players</a:t>
            </a:r>
            <a:r>
              <a:rPr lang="en-GB" sz="1500" dirty="0">
                <a:latin typeface="Calibri"/>
                <a:cs typeface="Arial"/>
              </a:rPr>
              <a:t>.</a:t>
            </a:r>
            <a:endParaRPr lang="en-GB" sz="1500" dirty="0">
              <a:latin typeface="Calibri"/>
              <a:cs typeface="Calibri"/>
            </a:endParaRPr>
          </a:p>
          <a:p>
            <a:pPr algn="l"/>
            <a:endParaRPr lang="en-GB" dirty="0">
              <a:cs typeface="Calibri"/>
            </a:endParaRPr>
          </a:p>
        </p:txBody>
      </p:sp>
      <p:sp>
        <p:nvSpPr>
          <p:cNvPr id="16" name="TextBox 15">
            <a:extLst>
              <a:ext uri="{FF2B5EF4-FFF2-40B4-BE49-F238E27FC236}">
                <a16:creationId xmlns:a16="http://schemas.microsoft.com/office/drawing/2014/main" id="{C1D63F7D-478B-7BDB-DF07-AA429C95E88E}"/>
              </a:ext>
            </a:extLst>
          </p:cNvPr>
          <p:cNvSpPr txBox="1"/>
          <p:nvPr/>
        </p:nvSpPr>
        <p:spPr>
          <a:xfrm>
            <a:off x="6120304" y="3423826"/>
            <a:ext cx="5736431" cy="28161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b="1" dirty="0">
                <a:solidFill>
                  <a:srgbClr val="355FAB"/>
                </a:solidFill>
                <a:latin typeface="Arial"/>
                <a:cs typeface="Arial"/>
              </a:rPr>
              <a:t>Growth tailwinds from AI &amp; semiconductor industries:</a:t>
            </a:r>
          </a:p>
          <a:p>
            <a:pPr algn="ctr"/>
            <a:endParaRPr lang="en-GB" sz="1600" b="1" dirty="0">
              <a:solidFill>
                <a:srgbClr val="E30011"/>
              </a:solidFill>
              <a:latin typeface="Arial"/>
              <a:cs typeface="Arial"/>
            </a:endParaRPr>
          </a:p>
          <a:p>
            <a:pPr marL="285750" indent="-285750">
              <a:buFont typeface="Arial" panose="020B0604020202020204" pitchFamily="34" charset="0"/>
              <a:buChar char="•"/>
            </a:pPr>
            <a:r>
              <a:rPr lang="en-GB" sz="1500" dirty="0">
                <a:latin typeface="Grandview Display" panose="020B0502040204020203" pitchFamily="34" charset="0"/>
                <a:cs typeface="Arial" panose="020B0604020202020204" pitchFamily="34" charset="0"/>
              </a:rPr>
              <a:t> Semiconductor gas market size set to </a:t>
            </a:r>
            <a:r>
              <a:rPr lang="en-GB" sz="1500" b="1" dirty="0">
                <a:latin typeface="Grandview Display" panose="020B0502040204020203" pitchFamily="34" charset="0"/>
                <a:cs typeface="Arial" panose="020B0604020202020204" pitchFamily="34" charset="0"/>
              </a:rPr>
              <a:t>double</a:t>
            </a:r>
            <a:r>
              <a:rPr lang="en-GB" sz="1500" dirty="0">
                <a:latin typeface="Grandview Display" panose="020B0502040204020203" pitchFamily="34" charset="0"/>
                <a:cs typeface="Arial" panose="020B0604020202020204" pitchFamily="34" charset="0"/>
              </a:rPr>
              <a:t> over the next decade (CAGR 7.5%).</a:t>
            </a:r>
          </a:p>
          <a:p>
            <a:pPr marL="285750" indent="-285750">
              <a:buFont typeface="Arial" panose="020B0604020202020204" pitchFamily="34" charset="0"/>
              <a:buChar char="•"/>
            </a:pPr>
            <a:endParaRPr lang="en-GB" sz="2000" dirty="0">
              <a:latin typeface="Grandview Display" panose="020B0502040204020203" pitchFamily="34" charset="0"/>
              <a:cs typeface="Arial" panose="020B0604020202020204" pitchFamily="34" charset="0"/>
            </a:endParaRPr>
          </a:p>
          <a:p>
            <a:pPr marL="285750" indent="-285750">
              <a:buFont typeface="Arial" panose="020B0604020202020204" pitchFamily="34" charset="0"/>
              <a:buChar char="•"/>
            </a:pPr>
            <a:r>
              <a:rPr lang="en-GB" sz="1500" dirty="0">
                <a:latin typeface="Grandview Display" panose="020B0502040204020203" pitchFamily="34" charset="0"/>
                <a:cs typeface="Arial" panose="020B0604020202020204" pitchFamily="34" charset="0"/>
              </a:rPr>
              <a:t>The electronics industry represented roughly 10% of AL’s revenue in 2024; a figure we expect to grow in tandem with the semiconductor industry.</a:t>
            </a:r>
          </a:p>
          <a:p>
            <a:pPr marL="285750" indent="-285750">
              <a:buFont typeface="Arial" panose="020B0604020202020204" pitchFamily="34" charset="0"/>
              <a:buChar char="•"/>
            </a:pPr>
            <a:endParaRPr lang="en-GB" sz="2000" dirty="0">
              <a:latin typeface="Grandview Display" panose="020B0502040204020203" pitchFamily="34" charset="0"/>
              <a:cs typeface="Arial" panose="020B0604020202020204" pitchFamily="34" charset="0"/>
            </a:endParaRPr>
          </a:p>
          <a:p>
            <a:pPr marL="285750" indent="-285750">
              <a:buFont typeface="Arial" panose="020B0604020202020204" pitchFamily="34" charset="0"/>
              <a:buChar char="•"/>
            </a:pPr>
            <a:r>
              <a:rPr lang="en-GB" sz="1500" dirty="0">
                <a:latin typeface="Grandview Display" panose="020B0502040204020203" pitchFamily="34" charset="0"/>
                <a:cs typeface="Arial" panose="020B0604020202020204" pitchFamily="34" charset="0"/>
              </a:rPr>
              <a:t>First industrial player to supply cutting-edge,</a:t>
            </a:r>
            <a:r>
              <a:rPr lang="en-GB" sz="1500" b="1" dirty="0">
                <a:latin typeface="Grandview Display" panose="020B0502040204020203" pitchFamily="34" charset="0"/>
                <a:cs typeface="Arial" panose="020B0604020202020204" pitchFamily="34" charset="0"/>
              </a:rPr>
              <a:t> greener </a:t>
            </a:r>
            <a:r>
              <a:rPr lang="en-GB" sz="1500" dirty="0">
                <a:latin typeface="Grandview Display" panose="020B0502040204020203" pitchFamily="34" charset="0"/>
                <a:cs typeface="Arial" panose="020B0604020202020204" pitchFamily="34" charset="0"/>
              </a:rPr>
              <a:t>microchip manufacturing: tungsten alternative.</a:t>
            </a:r>
          </a:p>
        </p:txBody>
      </p:sp>
      <p:sp>
        <p:nvSpPr>
          <p:cNvPr id="2" name="TextBox 1">
            <a:extLst>
              <a:ext uri="{FF2B5EF4-FFF2-40B4-BE49-F238E27FC236}">
                <a16:creationId xmlns:a16="http://schemas.microsoft.com/office/drawing/2014/main" id="{14943BCF-8E87-8B36-3233-2E42D2F3DAF4}"/>
              </a:ext>
            </a:extLst>
          </p:cNvPr>
          <p:cNvSpPr txBox="1"/>
          <p:nvPr/>
        </p:nvSpPr>
        <p:spPr>
          <a:xfrm>
            <a:off x="477081" y="3423826"/>
            <a:ext cx="5541999"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b="1" dirty="0">
                <a:solidFill>
                  <a:srgbClr val="355FAC"/>
                </a:solidFill>
                <a:latin typeface="Arial"/>
                <a:cs typeface="Calibri"/>
              </a:rPr>
              <a:t> </a:t>
            </a:r>
            <a:r>
              <a:rPr lang="en-GB" sz="1600" b="1" dirty="0">
                <a:solidFill>
                  <a:srgbClr val="355FAB"/>
                </a:solidFill>
                <a:latin typeface="Arial"/>
                <a:cs typeface="Calibri"/>
              </a:rPr>
              <a:t>Moated Growth</a:t>
            </a:r>
          </a:p>
          <a:p>
            <a:pPr marL="285750" indent="-285750">
              <a:buFont typeface="Wingdings" pitchFamily="2" charset="2"/>
              <a:buChar char="v"/>
            </a:pPr>
            <a:endParaRPr lang="en-GB" sz="1600" dirty="0">
              <a:latin typeface="Calibri"/>
              <a:cs typeface="Arial"/>
            </a:endParaRPr>
          </a:p>
          <a:p>
            <a:pPr marL="285750" indent="-285750">
              <a:buFont typeface="Arial" panose="020B0604020202020204" pitchFamily="34" charset="0"/>
              <a:buChar char="•"/>
            </a:pPr>
            <a:r>
              <a:rPr lang="en-GB" sz="1500" b="1" dirty="0">
                <a:latin typeface="Grandview Display" panose="020B0502040204020203" pitchFamily="34" charset="0"/>
                <a:cs typeface="Arial"/>
              </a:rPr>
              <a:t>Global footholds </a:t>
            </a:r>
            <a:r>
              <a:rPr lang="en-GB" sz="1500" dirty="0">
                <a:latin typeface="Grandview Display" panose="020B0502040204020203" pitchFamily="34" charset="0"/>
                <a:cs typeface="Arial"/>
              </a:rPr>
              <a:t>in key markets (Asia and USA) and developing markets (Europe).</a:t>
            </a:r>
          </a:p>
          <a:p>
            <a:pPr marL="285750" indent="-285750">
              <a:buFont typeface="Arial" panose="020B0604020202020204" pitchFamily="34" charset="0"/>
              <a:buChar char="•"/>
            </a:pPr>
            <a:endParaRPr lang="en-GB" sz="1500" dirty="0">
              <a:latin typeface="Grandview Display" panose="020B0502040204020203" pitchFamily="34" charset="0"/>
              <a:cs typeface="Arial"/>
            </a:endParaRPr>
          </a:p>
          <a:p>
            <a:pPr marL="285750" indent="-285750">
              <a:buFont typeface="Arial" panose="020B0604020202020204" pitchFamily="34" charset="0"/>
              <a:buChar char="•"/>
            </a:pPr>
            <a:r>
              <a:rPr lang="en-GB" sz="1500" dirty="0">
                <a:latin typeface="Grandview Display" panose="020B0502040204020203" pitchFamily="34" charset="0"/>
                <a:cs typeface="Arial"/>
              </a:rPr>
              <a:t>Dominance and expertise over a crucial pillar of microchip production uniquely positions Air Liquide to fully harness the semiconductor </a:t>
            </a:r>
            <a:r>
              <a:rPr lang="en-GB" sz="1500" b="1" dirty="0">
                <a:latin typeface="Grandview Display" panose="020B0502040204020203" pitchFamily="34" charset="0"/>
                <a:cs typeface="Arial"/>
              </a:rPr>
              <a:t>supercycle</a:t>
            </a:r>
            <a:r>
              <a:rPr lang="en-GB" sz="1500" dirty="0">
                <a:latin typeface="Grandview Display" panose="020B0502040204020203" pitchFamily="34" charset="0"/>
                <a:cs typeface="Arial"/>
              </a:rPr>
              <a:t>. </a:t>
            </a:r>
          </a:p>
          <a:p>
            <a:pPr marL="285750" indent="-285750">
              <a:buFont typeface="Arial" panose="020B0604020202020204" pitchFamily="34" charset="0"/>
              <a:buChar char="•"/>
            </a:pPr>
            <a:endParaRPr lang="en-GB" sz="1500" dirty="0">
              <a:latin typeface="Grandview Display" panose="020B0502040204020203" pitchFamily="34" charset="0"/>
              <a:cs typeface="Arial"/>
            </a:endParaRPr>
          </a:p>
          <a:p>
            <a:pPr marL="285750" indent="-285750">
              <a:buFont typeface="Arial" panose="020B0604020202020204" pitchFamily="34" charset="0"/>
              <a:buChar char="•"/>
            </a:pPr>
            <a:r>
              <a:rPr lang="en-GB" sz="1500" b="1" dirty="0">
                <a:latin typeface="Grandview Display" panose="020B0502040204020203" pitchFamily="34" charset="0"/>
                <a:cs typeface="Arial"/>
              </a:rPr>
              <a:t>Optionality</a:t>
            </a:r>
            <a:r>
              <a:rPr lang="en-GB" sz="1500" dirty="0">
                <a:latin typeface="Grandview Display" panose="020B0502040204020203" pitchFamily="34" charset="0"/>
                <a:cs typeface="Arial"/>
              </a:rPr>
              <a:t> provided by infrastructure minimises the impact of AI ‘bubble’ concerns; microchips are used in most electronics, so manufacturing infrastructure holds value.  </a:t>
            </a:r>
            <a:endParaRPr lang="en-GB" sz="1500" dirty="0">
              <a:latin typeface="Grandview Display" panose="020B0502040204020203" pitchFamily="34" charset="0"/>
              <a:cs typeface="Calibri"/>
            </a:endParaRPr>
          </a:p>
        </p:txBody>
      </p:sp>
      <p:cxnSp>
        <p:nvCxnSpPr>
          <p:cNvPr id="4" name="Straight Connector 3">
            <a:extLst>
              <a:ext uri="{FF2B5EF4-FFF2-40B4-BE49-F238E27FC236}">
                <a16:creationId xmlns:a16="http://schemas.microsoft.com/office/drawing/2014/main" id="{54EB6B29-C016-41AB-61D2-75EEF24700FE}"/>
              </a:ext>
            </a:extLst>
          </p:cNvPr>
          <p:cNvCxnSpPr>
            <a:cxnSpLocks/>
          </p:cNvCxnSpPr>
          <p:nvPr/>
        </p:nvCxnSpPr>
        <p:spPr>
          <a:xfrm>
            <a:off x="574451" y="1249777"/>
            <a:ext cx="5160427" cy="0"/>
          </a:xfrm>
          <a:prstGeom prst="line">
            <a:avLst/>
          </a:prstGeom>
          <a:ln w="19050">
            <a:solidFill>
              <a:srgbClr val="E30011"/>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5FCBF232-9D05-CA90-8A65-ADDD18269AE2}"/>
              </a:ext>
            </a:extLst>
          </p:cNvPr>
          <p:cNvCxnSpPr>
            <a:cxnSpLocks/>
          </p:cNvCxnSpPr>
          <p:nvPr/>
        </p:nvCxnSpPr>
        <p:spPr>
          <a:xfrm flipV="1">
            <a:off x="605224" y="3776053"/>
            <a:ext cx="5024950" cy="13939"/>
          </a:xfrm>
          <a:prstGeom prst="line">
            <a:avLst/>
          </a:prstGeom>
          <a:ln w="19050">
            <a:solidFill>
              <a:srgbClr val="E3001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F8ABE61E-A106-0D64-7863-B89E0D41731B}"/>
              </a:ext>
            </a:extLst>
          </p:cNvPr>
          <p:cNvCxnSpPr>
            <a:cxnSpLocks/>
          </p:cNvCxnSpPr>
          <p:nvPr/>
        </p:nvCxnSpPr>
        <p:spPr>
          <a:xfrm>
            <a:off x="6226403" y="3776053"/>
            <a:ext cx="5387930" cy="18585"/>
          </a:xfrm>
          <a:prstGeom prst="line">
            <a:avLst/>
          </a:prstGeom>
          <a:ln w="19050">
            <a:solidFill>
              <a:srgbClr val="E30011"/>
            </a:solidFill>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723CC2CA-3C0B-605F-E86B-6E0D275FF8BB}"/>
              </a:ext>
            </a:extLst>
          </p:cNvPr>
          <p:cNvSpPr txBox="1"/>
          <p:nvPr/>
        </p:nvSpPr>
        <p:spPr>
          <a:xfrm>
            <a:off x="6392296" y="913623"/>
            <a:ext cx="4703532" cy="338554"/>
          </a:xfrm>
          <a:prstGeom prst="rect">
            <a:avLst/>
          </a:prstGeom>
          <a:noFill/>
        </p:spPr>
        <p:txBody>
          <a:bodyPr wrap="none" rtlCol="0">
            <a:spAutoFit/>
          </a:bodyPr>
          <a:lstStyle/>
          <a:p>
            <a:r>
              <a:rPr lang="en-GB" sz="1600" b="1" dirty="0">
                <a:solidFill>
                  <a:srgbClr val="355FAB"/>
                </a:solidFill>
                <a:latin typeface="Arial"/>
                <a:cs typeface="Arial"/>
              </a:rPr>
              <a:t>Projected semiconductor gas market (billions)</a:t>
            </a:r>
            <a:endParaRPr lang="en-US" sz="1600" dirty="0">
              <a:solidFill>
                <a:srgbClr val="355FAB"/>
              </a:solidFill>
            </a:endParaRPr>
          </a:p>
        </p:txBody>
      </p:sp>
      <p:cxnSp>
        <p:nvCxnSpPr>
          <p:cNvPr id="3" name="Straight Connector 2">
            <a:extLst>
              <a:ext uri="{FF2B5EF4-FFF2-40B4-BE49-F238E27FC236}">
                <a16:creationId xmlns:a16="http://schemas.microsoft.com/office/drawing/2014/main" id="{8AE7606E-C7B2-74F5-FF74-F88EF8F9CEF3}"/>
              </a:ext>
            </a:extLst>
          </p:cNvPr>
          <p:cNvCxnSpPr>
            <a:cxnSpLocks/>
          </p:cNvCxnSpPr>
          <p:nvPr/>
        </p:nvCxnSpPr>
        <p:spPr>
          <a:xfrm>
            <a:off x="6392296" y="1249777"/>
            <a:ext cx="4824767" cy="0"/>
          </a:xfrm>
          <a:prstGeom prst="line">
            <a:avLst/>
          </a:prstGeom>
          <a:ln w="19050">
            <a:solidFill>
              <a:srgbClr val="E30011"/>
            </a:solidFill>
          </a:ln>
        </p:spPr>
        <p:style>
          <a:lnRef idx="1">
            <a:schemeClr val="dk1"/>
          </a:lnRef>
          <a:fillRef idx="0">
            <a:schemeClr val="dk1"/>
          </a:fillRef>
          <a:effectRef idx="0">
            <a:schemeClr val="dk1"/>
          </a:effectRef>
          <a:fontRef idx="minor">
            <a:schemeClr val="tx1"/>
          </a:fontRef>
        </p:style>
      </p:cxnSp>
      <p:grpSp>
        <p:nvGrpSpPr>
          <p:cNvPr id="5" name="Group 4">
            <a:extLst>
              <a:ext uri="{FF2B5EF4-FFF2-40B4-BE49-F238E27FC236}">
                <a16:creationId xmlns:a16="http://schemas.microsoft.com/office/drawing/2014/main" id="{D50DFADC-9FF5-5172-F0AE-57E488A933C7}"/>
              </a:ext>
            </a:extLst>
          </p:cNvPr>
          <p:cNvGrpSpPr/>
          <p:nvPr/>
        </p:nvGrpSpPr>
        <p:grpSpPr>
          <a:xfrm>
            <a:off x="6759975" y="1476343"/>
            <a:ext cx="4457088" cy="1840833"/>
            <a:chOff x="6380921" y="1200260"/>
            <a:chExt cx="5078895" cy="2016194"/>
          </a:xfrm>
        </p:grpSpPr>
        <p:pic>
          <p:nvPicPr>
            <p:cNvPr id="15" name="Picture 14" descr="A graph of sales growth&#10;&#10;Description automatically generated with medium confidence">
              <a:extLst>
                <a:ext uri="{FF2B5EF4-FFF2-40B4-BE49-F238E27FC236}">
                  <a16:creationId xmlns:a16="http://schemas.microsoft.com/office/drawing/2014/main" id="{1C53F340-C481-4D04-C5A5-64F7A0BEB4DA}"/>
                </a:ext>
              </a:extLst>
            </p:cNvPr>
            <p:cNvPicPr>
              <a:picLocks noChangeAspect="1"/>
            </p:cNvPicPr>
            <p:nvPr/>
          </p:nvPicPr>
          <p:blipFill rotWithShape="1">
            <a:blip r:embed="rId4">
              <a:extLst>
                <a:ext uri="{28A0092B-C50C-407E-A947-70E740481C1C}">
                  <a14:useLocalDpi xmlns:a14="http://schemas.microsoft.com/office/drawing/2010/main" val="0"/>
                </a:ext>
              </a:extLst>
            </a:blip>
            <a:srcRect l="2735" t="2165" r="5107" b="21659"/>
            <a:stretch>
              <a:fillRect/>
            </a:stretch>
          </p:blipFill>
          <p:spPr>
            <a:xfrm>
              <a:off x="6380921" y="1200260"/>
              <a:ext cx="5078895" cy="2016194"/>
            </a:xfrm>
            <a:prstGeom prst="rect">
              <a:avLst/>
            </a:prstGeom>
            <a:ln w="12700">
              <a:solidFill>
                <a:schemeClr val="bg1"/>
              </a:solidFill>
            </a:ln>
            <a:effectLst/>
          </p:spPr>
        </p:pic>
        <p:sp>
          <p:nvSpPr>
            <p:cNvPr id="21" name="Rectangle 20">
              <a:extLst>
                <a:ext uri="{FF2B5EF4-FFF2-40B4-BE49-F238E27FC236}">
                  <a16:creationId xmlns:a16="http://schemas.microsoft.com/office/drawing/2014/main" id="{71EF731D-DCAA-1479-F98F-2A5CF180C7B9}"/>
                </a:ext>
              </a:extLst>
            </p:cNvPr>
            <p:cNvSpPr/>
            <p:nvPr/>
          </p:nvSpPr>
          <p:spPr>
            <a:xfrm>
              <a:off x="6890420" y="2139111"/>
              <a:ext cx="166254" cy="760021"/>
            </a:xfrm>
            <a:prstGeom prst="rect">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D705E34-317C-1872-71C3-A91AD142CC1F}"/>
                </a:ext>
              </a:extLst>
            </p:cNvPr>
            <p:cNvSpPr/>
            <p:nvPr/>
          </p:nvSpPr>
          <p:spPr>
            <a:xfrm>
              <a:off x="7354181" y="2107051"/>
              <a:ext cx="166254" cy="792082"/>
            </a:xfrm>
            <a:prstGeom prst="rect">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D0D5067-5255-0580-D040-69BCBC535654}"/>
                </a:ext>
              </a:extLst>
            </p:cNvPr>
            <p:cNvSpPr/>
            <p:nvPr/>
          </p:nvSpPr>
          <p:spPr>
            <a:xfrm>
              <a:off x="8290382" y="1975874"/>
              <a:ext cx="166254" cy="923258"/>
            </a:xfrm>
            <a:prstGeom prst="rect">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575D71-16EC-B6FB-3C21-5496D66249AA}"/>
                </a:ext>
              </a:extLst>
            </p:cNvPr>
            <p:cNvSpPr/>
            <p:nvPr/>
          </p:nvSpPr>
          <p:spPr>
            <a:xfrm>
              <a:off x="8754273" y="1910553"/>
              <a:ext cx="166254" cy="988580"/>
            </a:xfrm>
            <a:prstGeom prst="rect">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C033952-6FC8-744E-9E0F-3EB89B3E82EC}"/>
                </a:ext>
              </a:extLst>
            </p:cNvPr>
            <p:cNvSpPr/>
            <p:nvPr/>
          </p:nvSpPr>
          <p:spPr>
            <a:xfrm>
              <a:off x="9218164" y="1828535"/>
              <a:ext cx="166254" cy="1070598"/>
            </a:xfrm>
            <a:prstGeom prst="rect">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0636191-BE5B-8EA6-90B3-5F657D3444AE}"/>
                </a:ext>
              </a:extLst>
            </p:cNvPr>
            <p:cNvSpPr/>
            <p:nvPr/>
          </p:nvSpPr>
          <p:spPr>
            <a:xfrm>
              <a:off x="9697271" y="1735576"/>
              <a:ext cx="166254" cy="1163555"/>
            </a:xfrm>
            <a:prstGeom prst="rect">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A32EE2D-92ED-F0F1-C16A-452779B1FDFD}"/>
                </a:ext>
              </a:extLst>
            </p:cNvPr>
            <p:cNvSpPr/>
            <p:nvPr/>
          </p:nvSpPr>
          <p:spPr>
            <a:xfrm>
              <a:off x="10155876" y="1652060"/>
              <a:ext cx="166254" cy="1247073"/>
            </a:xfrm>
            <a:prstGeom prst="rect">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7171308-795C-81C7-5BA0-6161AE1BE48D}"/>
                </a:ext>
              </a:extLst>
            </p:cNvPr>
            <p:cNvSpPr/>
            <p:nvPr/>
          </p:nvSpPr>
          <p:spPr>
            <a:xfrm>
              <a:off x="10615065" y="1572805"/>
              <a:ext cx="166254" cy="1326328"/>
            </a:xfrm>
            <a:prstGeom prst="rect">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D7F8A65-CF65-BF72-ED15-DDE16EA29D8E}"/>
                </a:ext>
              </a:extLst>
            </p:cNvPr>
            <p:cNvSpPr/>
            <p:nvPr/>
          </p:nvSpPr>
          <p:spPr>
            <a:xfrm>
              <a:off x="11086192" y="1465951"/>
              <a:ext cx="166254" cy="1433180"/>
            </a:xfrm>
            <a:prstGeom prst="rect">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6A4C213-AF7B-802F-1ACC-20F21E9304EB}"/>
                </a:ext>
              </a:extLst>
            </p:cNvPr>
            <p:cNvSpPr/>
            <p:nvPr/>
          </p:nvSpPr>
          <p:spPr>
            <a:xfrm>
              <a:off x="7819237" y="2043382"/>
              <a:ext cx="166254" cy="855751"/>
            </a:xfrm>
            <a:prstGeom prst="rect">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4ADD3F95-F644-32F1-94B8-73C1CD89C964}"/>
              </a:ext>
            </a:extLst>
          </p:cNvPr>
          <p:cNvSpPr/>
          <p:nvPr/>
        </p:nvSpPr>
        <p:spPr>
          <a:xfrm>
            <a:off x="868680" y="896699"/>
            <a:ext cx="1143000" cy="2717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id="{78378829-9D10-0074-671F-97FEE19DFF6A}"/>
              </a:ext>
            </a:extLst>
          </p:cNvPr>
          <p:cNvCxnSpPr/>
          <p:nvPr/>
        </p:nvCxnSpPr>
        <p:spPr>
          <a:xfrm>
            <a:off x="11149831" y="296091"/>
            <a:ext cx="0" cy="383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17" descr="A logo for a company&#10;&#10;AI-generated content may be incorrect.">
            <a:extLst>
              <a:ext uri="{FF2B5EF4-FFF2-40B4-BE49-F238E27FC236}">
                <a16:creationId xmlns:a16="http://schemas.microsoft.com/office/drawing/2014/main" id="{24CB9D7A-46D0-3FF0-DF20-D06C0B0FFE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83708" y="177486"/>
            <a:ext cx="585106" cy="585106"/>
          </a:xfrm>
          <a:prstGeom prst="rect">
            <a:avLst/>
          </a:prstGeom>
        </p:spPr>
      </p:pic>
    </p:spTree>
    <p:extLst>
      <p:ext uri="{BB962C8B-B14F-4D97-AF65-F5344CB8AC3E}">
        <p14:creationId xmlns:p14="http://schemas.microsoft.com/office/powerpoint/2010/main" val="1147596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Down Arrow 65">
            <a:extLst>
              <a:ext uri="{FF2B5EF4-FFF2-40B4-BE49-F238E27FC236}">
                <a16:creationId xmlns:a16="http://schemas.microsoft.com/office/drawing/2014/main" id="{ECE361F1-8ACF-A580-38A8-E36BFD994F62}"/>
              </a:ext>
            </a:extLst>
          </p:cNvPr>
          <p:cNvSpPr/>
          <p:nvPr/>
        </p:nvSpPr>
        <p:spPr>
          <a:xfrm>
            <a:off x="2416199" y="3371851"/>
            <a:ext cx="403086" cy="468000"/>
          </a:xfrm>
          <a:prstGeom prst="downArrow">
            <a:avLst/>
          </a:prstGeom>
          <a:solidFill>
            <a:srgbClr val="A2A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own Arrow 2">
            <a:extLst>
              <a:ext uri="{FF2B5EF4-FFF2-40B4-BE49-F238E27FC236}">
                <a16:creationId xmlns:a16="http://schemas.microsoft.com/office/drawing/2014/main" id="{177E5CDC-FD1F-266A-CF5C-509FFFFBD927}"/>
              </a:ext>
            </a:extLst>
          </p:cNvPr>
          <p:cNvSpPr/>
          <p:nvPr/>
        </p:nvSpPr>
        <p:spPr>
          <a:xfrm>
            <a:off x="7083177" y="3371851"/>
            <a:ext cx="403086" cy="468000"/>
          </a:xfrm>
          <a:prstGeom prst="downArrow">
            <a:avLst/>
          </a:prstGeom>
          <a:solidFill>
            <a:srgbClr val="A2A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837AD9A9-765B-4E8D-8289-1CE77F0BFBD8}"/>
              </a:ext>
            </a:extLst>
          </p:cNvPr>
          <p:cNvSpPr txBox="1"/>
          <p:nvPr/>
        </p:nvSpPr>
        <p:spPr>
          <a:xfrm>
            <a:off x="5309696" y="3841836"/>
            <a:ext cx="3951397" cy="2077492"/>
          </a:xfrm>
          <a:prstGeom prst="rect">
            <a:avLst/>
          </a:prstGeom>
          <a:noFill/>
        </p:spPr>
        <p:txBody>
          <a:bodyPr wrap="square" rtlCol="0">
            <a:spAutoFit/>
          </a:bodyPr>
          <a:lstStyle/>
          <a:p>
            <a:pPr marL="285750" indent="-285750">
              <a:buFont typeface="Wingdings" pitchFamily="2" charset="2"/>
              <a:buChar char="q"/>
            </a:pPr>
            <a:r>
              <a:rPr lang="en-US" sz="1300" dirty="0">
                <a:latin typeface="Grandview Display" panose="020B0502040204020203" pitchFamily="34" charset="0"/>
                <a:cs typeface="Arial Narrow" panose="020B0604020202020204" pitchFamily="34" charset="0"/>
              </a:rPr>
              <a:t>Patented CryoCap tech + Ammonia cracking pilot</a:t>
            </a:r>
          </a:p>
          <a:p>
            <a:endParaRPr lang="en-US" sz="500" dirty="0">
              <a:latin typeface="Grandview Display" panose="020B0502040204020203" pitchFamily="34" charset="0"/>
              <a:cs typeface="Arial Narrow" panose="020B0604020202020204" pitchFamily="34" charset="0"/>
            </a:endParaRPr>
          </a:p>
          <a:p>
            <a:pPr marL="285750" indent="-285750">
              <a:buFont typeface="Wingdings" pitchFamily="2" charset="2"/>
              <a:buChar char="q"/>
            </a:pPr>
            <a:r>
              <a:rPr lang="en-US" sz="1300" dirty="0">
                <a:latin typeface="Grandview Display" panose="020B0502040204020203" pitchFamily="34" charset="0"/>
                <a:cs typeface="Arial Narrow" panose="020B0604020202020204" pitchFamily="34" charset="0"/>
              </a:rPr>
              <a:t>Partnerships to help large MNC’s decarbonize</a:t>
            </a:r>
          </a:p>
          <a:p>
            <a:endParaRPr lang="en-US" sz="500" dirty="0">
              <a:latin typeface="Grandview Display" panose="020B0502040204020203" pitchFamily="34" charset="0"/>
              <a:cs typeface="Arial Narrow" panose="020B0604020202020204" pitchFamily="34" charset="0"/>
            </a:endParaRPr>
          </a:p>
          <a:p>
            <a:pPr marL="285750" indent="-285750">
              <a:buFont typeface="Wingdings" pitchFamily="2" charset="2"/>
              <a:buChar char="q"/>
            </a:pPr>
            <a:r>
              <a:rPr lang="en-US" sz="1300" dirty="0">
                <a:latin typeface="Grandview Display" panose="020B0502040204020203" pitchFamily="34" charset="0"/>
                <a:cs typeface="Arial Narrow" panose="020B0604020202020204" pitchFamily="34" charset="0"/>
              </a:rPr>
              <a:t>$1.8bn investment + EU &amp; US subsidies:</a:t>
            </a:r>
          </a:p>
          <a:p>
            <a:pPr marL="628650" lvl="1" indent="-171450">
              <a:buFont typeface="Arial" panose="020B0604020202020204" pitchFamily="34" charset="0"/>
              <a:buChar char="•"/>
            </a:pPr>
            <a:r>
              <a:rPr lang="en-US" sz="1200" dirty="0">
                <a:latin typeface="Grandview Display" panose="020B0502040204020203" pitchFamily="34" charset="0"/>
                <a:cs typeface="Arial Narrow" panose="020B0604020202020204" pitchFamily="34" charset="0"/>
              </a:rPr>
              <a:t>200MW in France</a:t>
            </a:r>
          </a:p>
          <a:p>
            <a:pPr marL="628650" lvl="1" indent="-171450">
              <a:buFont typeface="Arial" panose="020B0604020202020204" pitchFamily="34" charset="0"/>
              <a:buChar char="•"/>
            </a:pPr>
            <a:r>
              <a:rPr lang="en-US" sz="1200" dirty="0">
                <a:latin typeface="Grandview Display" panose="020B0502040204020203" pitchFamily="34" charset="0"/>
                <a:cs typeface="Arial Narrow" panose="020B0604020202020204" pitchFamily="34" charset="0"/>
              </a:rPr>
              <a:t>200MW + 150MW in Netherlands</a:t>
            </a:r>
          </a:p>
          <a:p>
            <a:pPr marL="628650" lvl="1" indent="-171450">
              <a:buFont typeface="Arial" panose="020B0604020202020204" pitchFamily="34" charset="0"/>
              <a:buChar char="•"/>
            </a:pPr>
            <a:r>
              <a:rPr lang="en-US" sz="1200" dirty="0">
                <a:latin typeface="Grandview Display" panose="020B0502040204020203" pitchFamily="34" charset="0"/>
                <a:cs typeface="Arial Narrow" panose="020B0604020202020204" pitchFamily="34" charset="0"/>
              </a:rPr>
              <a:t>Infra. leverage in Gulf of Mexico </a:t>
            </a:r>
          </a:p>
          <a:p>
            <a:pPr lvl="1"/>
            <a:endParaRPr lang="en-US" sz="500" dirty="0">
              <a:latin typeface="Grandview Display" panose="020B0502040204020203" pitchFamily="34" charset="0"/>
              <a:cs typeface="Arial Narrow" panose="020B0604020202020204" pitchFamily="34" charset="0"/>
            </a:endParaRPr>
          </a:p>
          <a:p>
            <a:pPr marL="285750" indent="-285750">
              <a:buFont typeface="Wingdings" pitchFamily="2" charset="2"/>
              <a:buChar char="q"/>
            </a:pPr>
            <a:r>
              <a:rPr lang="en-US" sz="1300" dirty="0">
                <a:latin typeface="Grandview Display" panose="020B0502040204020203" pitchFamily="34" charset="0"/>
                <a:cs typeface="Arial Narrow" panose="020B0604020202020204" pitchFamily="34" charset="0"/>
              </a:rPr>
              <a:t>Foothold in emerging green hydrogen market with entry barriers (15.33% CAGR by 2030).</a:t>
            </a:r>
          </a:p>
        </p:txBody>
      </p:sp>
      <p:pic>
        <p:nvPicPr>
          <p:cNvPr id="9" name="Picture 8" descr="A pie chart with numbers and text&#10;&#10;AI-generated content may be incorrect.">
            <a:extLst>
              <a:ext uri="{FF2B5EF4-FFF2-40B4-BE49-F238E27FC236}">
                <a16:creationId xmlns:a16="http://schemas.microsoft.com/office/drawing/2014/main" id="{FE3A7E0D-8326-5F91-C132-F0BF134B8C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14141" y="3949682"/>
            <a:ext cx="2137744" cy="1974806"/>
          </a:xfrm>
          <a:prstGeom prst="rect">
            <a:avLst/>
          </a:prstGeom>
        </p:spPr>
      </p:pic>
      <p:cxnSp>
        <p:nvCxnSpPr>
          <p:cNvPr id="46" name="Straight Connector 45">
            <a:extLst>
              <a:ext uri="{FF2B5EF4-FFF2-40B4-BE49-F238E27FC236}">
                <a16:creationId xmlns:a16="http://schemas.microsoft.com/office/drawing/2014/main" id="{92D5E03F-3E9F-F062-96B2-50FA2098E176}"/>
              </a:ext>
            </a:extLst>
          </p:cNvPr>
          <p:cNvCxnSpPr>
            <a:cxnSpLocks/>
          </p:cNvCxnSpPr>
          <p:nvPr/>
        </p:nvCxnSpPr>
        <p:spPr>
          <a:xfrm>
            <a:off x="1026670" y="3927561"/>
            <a:ext cx="0" cy="1891152"/>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D0795A3-2F4C-F5AF-F840-FD2FD2087C0B}"/>
              </a:ext>
            </a:extLst>
          </p:cNvPr>
          <p:cNvSpPr txBox="1"/>
          <p:nvPr/>
        </p:nvSpPr>
        <p:spPr>
          <a:xfrm>
            <a:off x="367539" y="266447"/>
            <a:ext cx="10944007" cy="754053"/>
          </a:xfrm>
          <a:prstGeom prst="rect">
            <a:avLst/>
          </a:prstGeom>
          <a:noFill/>
        </p:spPr>
        <p:txBody>
          <a:bodyPr wrap="square" lIns="91440" tIns="45720" rIns="91440" bIns="45720" rtlCol="0" anchor="t">
            <a:spAutoFit/>
          </a:bodyPr>
          <a:lstStyle/>
          <a:p>
            <a:r>
              <a:rPr lang="en-GB" sz="2400" b="1" dirty="0">
                <a:solidFill>
                  <a:srgbClr val="355FAC"/>
                </a:solidFill>
                <a:latin typeface="Arial"/>
                <a:ea typeface="ADLaM Display"/>
                <a:cs typeface="Arial"/>
              </a:rPr>
              <a:t>Investment Thesis II: Stability, Sustainability &amp; Guaranteed Growth</a:t>
            </a:r>
          </a:p>
          <a:p>
            <a:endParaRPr lang="en-GB" sz="300" i="1" dirty="0"/>
          </a:p>
          <a:p>
            <a:r>
              <a:rPr lang="en-GB" sz="1600" i="1" dirty="0">
                <a:latin typeface="Grandview Display" panose="020B0502040204020203" pitchFamily="34" charset="0"/>
              </a:rPr>
              <a:t>Air Liquide’s resilience and future growth prospects standalone as a thesis.</a:t>
            </a:r>
          </a:p>
        </p:txBody>
      </p:sp>
      <p:pic>
        <p:nvPicPr>
          <p:cNvPr id="11" name="Picture 10" descr="Logo&#10;&#10;Description automatically generated with low confidence">
            <a:extLst>
              <a:ext uri="{FF2B5EF4-FFF2-40B4-BE49-F238E27FC236}">
                <a16:creationId xmlns:a16="http://schemas.microsoft.com/office/drawing/2014/main" id="{E22B38A6-6FA7-D421-762B-E50AE8E4EE26}"/>
              </a:ext>
            </a:extLst>
          </p:cNvPr>
          <p:cNvPicPr>
            <a:picLocks noChangeAspect="1"/>
          </p:cNvPicPr>
          <p:nvPr/>
        </p:nvPicPr>
        <p:blipFill rotWithShape="1">
          <a:blip r:embed="rId4"/>
          <a:srcRect t="2292"/>
          <a:stretch/>
        </p:blipFill>
        <p:spPr>
          <a:xfrm>
            <a:off x="11210624" y="129576"/>
            <a:ext cx="550741" cy="661623"/>
          </a:xfrm>
          <a:prstGeom prst="rect">
            <a:avLst/>
          </a:prstGeom>
        </p:spPr>
      </p:pic>
      <p:sp>
        <p:nvSpPr>
          <p:cNvPr id="28" name="Rounded Rectangle 27">
            <a:extLst>
              <a:ext uri="{FF2B5EF4-FFF2-40B4-BE49-F238E27FC236}">
                <a16:creationId xmlns:a16="http://schemas.microsoft.com/office/drawing/2014/main" id="{4C20530E-0F5A-87F0-E8D6-BC83E67FA1FE}"/>
              </a:ext>
            </a:extLst>
          </p:cNvPr>
          <p:cNvSpPr/>
          <p:nvPr/>
        </p:nvSpPr>
        <p:spPr>
          <a:xfrm>
            <a:off x="430636" y="1347989"/>
            <a:ext cx="9205426" cy="2003880"/>
          </a:xfrm>
          <a:prstGeom prst="roundRect">
            <a:avLst/>
          </a:prstGeom>
          <a:noFill/>
          <a:ln w="25400">
            <a:solidFill>
              <a:srgbClr val="E300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0353EAC-C607-8D60-6DC6-123103F5E7C2}"/>
              </a:ext>
            </a:extLst>
          </p:cNvPr>
          <p:cNvSpPr txBox="1"/>
          <p:nvPr/>
        </p:nvSpPr>
        <p:spPr>
          <a:xfrm>
            <a:off x="3197178" y="1170420"/>
            <a:ext cx="4092835" cy="369332"/>
          </a:xfrm>
          <a:prstGeom prst="rect">
            <a:avLst/>
          </a:prstGeom>
          <a:solidFill>
            <a:schemeClr val="bg1"/>
          </a:solidFill>
        </p:spPr>
        <p:txBody>
          <a:bodyPr wrap="square" rtlCol="0">
            <a:spAutoFit/>
          </a:bodyPr>
          <a:lstStyle/>
          <a:p>
            <a:pPr algn="ctr"/>
            <a:r>
              <a:rPr lang="en-US">
                <a:solidFill>
                  <a:srgbClr val="355FAC"/>
                </a:solidFill>
                <a:latin typeface="Arial" panose="020B0604020202020204" pitchFamily="34" charset="0"/>
                <a:cs typeface="Arial" panose="020B0604020202020204" pitchFamily="34" charset="0"/>
              </a:rPr>
              <a:t>Stability-MOAT-Pillars and Strategies</a:t>
            </a:r>
          </a:p>
        </p:txBody>
      </p:sp>
      <p:sp>
        <p:nvSpPr>
          <p:cNvPr id="32" name="TextBox 31">
            <a:extLst>
              <a:ext uri="{FF2B5EF4-FFF2-40B4-BE49-F238E27FC236}">
                <a16:creationId xmlns:a16="http://schemas.microsoft.com/office/drawing/2014/main" id="{C467370C-0E32-823E-9F92-13ED831E7F32}"/>
              </a:ext>
            </a:extLst>
          </p:cNvPr>
          <p:cNvSpPr txBox="1"/>
          <p:nvPr/>
        </p:nvSpPr>
        <p:spPr>
          <a:xfrm>
            <a:off x="585302" y="1465727"/>
            <a:ext cx="5614319" cy="1519583"/>
          </a:xfrm>
          <a:prstGeom prst="rect">
            <a:avLst/>
          </a:prstGeom>
          <a:noFill/>
        </p:spPr>
        <p:txBody>
          <a:bodyPr wrap="square" lIns="91440" tIns="45720" rIns="91440" bIns="45720" rtlCol="0" anchor="t">
            <a:spAutoFit/>
          </a:bodyPr>
          <a:lstStyle/>
          <a:p>
            <a:pPr marL="285750" indent="-285750">
              <a:lnSpc>
                <a:spcPct val="150000"/>
              </a:lnSpc>
              <a:buFont typeface="Wingdings" pitchFamily="2" charset="2"/>
              <a:buChar char="v"/>
            </a:pPr>
            <a:r>
              <a:rPr lang="en-US" sz="1600" dirty="0">
                <a:latin typeface="Grandview Display" panose="020B0502040204020203" pitchFamily="34" charset="0"/>
              </a:rPr>
              <a:t>Solid financials + recurring efficiency gains</a:t>
            </a:r>
            <a:endParaRPr lang="en-US" sz="1600" dirty="0">
              <a:latin typeface="Grandview Display" panose="020B0502040204020203" pitchFamily="34" charset="0"/>
              <a:ea typeface="Calibri"/>
              <a:cs typeface="Calibri"/>
            </a:endParaRPr>
          </a:p>
          <a:p>
            <a:pPr marL="285750" indent="-285750">
              <a:lnSpc>
                <a:spcPct val="150000"/>
              </a:lnSpc>
              <a:buFont typeface="Wingdings" pitchFamily="2" charset="2"/>
              <a:buChar char="v"/>
            </a:pPr>
            <a:r>
              <a:rPr lang="en-US" sz="1600" dirty="0">
                <a:latin typeface="Grandview Display" panose="020B0502040204020203" pitchFamily="34" charset="0"/>
              </a:rPr>
              <a:t>Partnerships, infrastructure and take-or-pay contracts</a:t>
            </a:r>
            <a:endParaRPr lang="en-US" sz="1600" dirty="0">
              <a:latin typeface="Grandview Display" panose="020B0502040204020203" pitchFamily="34" charset="0"/>
              <a:ea typeface="Calibri"/>
              <a:cs typeface="Calibri"/>
            </a:endParaRPr>
          </a:p>
          <a:p>
            <a:pPr marL="285750" indent="-285750">
              <a:lnSpc>
                <a:spcPct val="150000"/>
              </a:lnSpc>
              <a:buFont typeface="Wingdings" pitchFamily="2" charset="2"/>
              <a:buChar char="v"/>
            </a:pPr>
            <a:r>
              <a:rPr lang="en-US" sz="1600" dirty="0">
                <a:latin typeface="Grandview Display" panose="020B0502040204020203" pitchFamily="34" charset="0"/>
              </a:rPr>
              <a:t>Healthcare: portfolio balance and diversification</a:t>
            </a:r>
            <a:endParaRPr lang="en-US" sz="1600" dirty="0">
              <a:latin typeface="Grandview Display" panose="020B0502040204020203" pitchFamily="34" charset="0"/>
              <a:ea typeface="Calibri"/>
              <a:cs typeface="Calibri"/>
            </a:endParaRPr>
          </a:p>
          <a:p>
            <a:pPr marL="285750" indent="-285750">
              <a:lnSpc>
                <a:spcPct val="150000"/>
              </a:lnSpc>
              <a:buFont typeface="Wingdings" pitchFamily="2" charset="2"/>
              <a:buChar char="v"/>
            </a:pPr>
            <a:r>
              <a:rPr lang="en-US" sz="1600" dirty="0">
                <a:latin typeface="Grandview Display" panose="020B0502040204020203" pitchFamily="34" charset="0"/>
              </a:rPr>
              <a:t>Strong investment momentum: backlog ($4.6bn) </a:t>
            </a:r>
            <a:endParaRPr lang="en-US" sz="1600" dirty="0">
              <a:latin typeface="Grandview Display" panose="020B0502040204020203" pitchFamily="34" charset="0"/>
              <a:ea typeface="Calibri"/>
              <a:cs typeface="Calibri"/>
            </a:endParaRPr>
          </a:p>
        </p:txBody>
      </p:sp>
      <p:sp>
        <p:nvSpPr>
          <p:cNvPr id="36" name="TextBox 35">
            <a:extLst>
              <a:ext uri="{FF2B5EF4-FFF2-40B4-BE49-F238E27FC236}">
                <a16:creationId xmlns:a16="http://schemas.microsoft.com/office/drawing/2014/main" id="{BB80C1A5-2AD7-5926-E831-9DAD6EC628C6}"/>
              </a:ext>
            </a:extLst>
          </p:cNvPr>
          <p:cNvSpPr txBox="1"/>
          <p:nvPr/>
        </p:nvSpPr>
        <p:spPr>
          <a:xfrm>
            <a:off x="6494337" y="1521591"/>
            <a:ext cx="2997937" cy="1538050"/>
          </a:xfrm>
          <a:prstGeom prst="rect">
            <a:avLst/>
          </a:prstGeom>
          <a:noFill/>
        </p:spPr>
        <p:txBody>
          <a:bodyPr wrap="square" rtlCol="0">
            <a:spAutoFit/>
          </a:bodyPr>
          <a:lstStyle/>
          <a:p>
            <a:pPr marL="285750" indent="-285750">
              <a:lnSpc>
                <a:spcPct val="120000"/>
              </a:lnSpc>
              <a:buFont typeface="Wingdings" pitchFamily="2" charset="2"/>
              <a:buChar char="v"/>
            </a:pPr>
            <a:r>
              <a:rPr lang="en-US" sz="1600" dirty="0">
                <a:latin typeface="Grandview Display" panose="020B0502040204020203" pitchFamily="34" charset="0"/>
              </a:rPr>
              <a:t>Green transition (hydrogen):</a:t>
            </a:r>
          </a:p>
          <a:p>
            <a:pPr marL="742950" lvl="1" indent="-285750">
              <a:lnSpc>
                <a:spcPct val="120000"/>
              </a:lnSpc>
              <a:buFont typeface="Courier New" panose="02070309020205020404" pitchFamily="49" charset="0"/>
              <a:buChar char="o"/>
            </a:pPr>
            <a:r>
              <a:rPr lang="en-US" sz="1600" dirty="0">
                <a:latin typeface="Grandview Display" panose="020B0502040204020203" pitchFamily="34" charset="0"/>
              </a:rPr>
              <a:t>Early-bird advantage</a:t>
            </a:r>
          </a:p>
          <a:p>
            <a:pPr marL="742950" lvl="1" indent="-285750">
              <a:lnSpc>
                <a:spcPct val="120000"/>
              </a:lnSpc>
              <a:buFont typeface="Courier New" panose="02070309020205020404" pitchFamily="49" charset="0"/>
              <a:buChar char="o"/>
            </a:pPr>
            <a:r>
              <a:rPr lang="en-US" sz="1600" dirty="0">
                <a:latin typeface="Grandview Display" panose="020B0502040204020203" pitchFamily="34" charset="0"/>
              </a:rPr>
              <a:t>Infrastructure leverage</a:t>
            </a:r>
          </a:p>
          <a:p>
            <a:pPr marL="742950" lvl="1" indent="-285750">
              <a:lnSpc>
                <a:spcPct val="120000"/>
              </a:lnSpc>
              <a:buFont typeface="Courier New" panose="02070309020205020404" pitchFamily="49" charset="0"/>
              <a:buChar char="o"/>
            </a:pPr>
            <a:r>
              <a:rPr lang="en-US" sz="1600" dirty="0">
                <a:latin typeface="Grandview Display" panose="020B0502040204020203" pitchFamily="34" charset="0"/>
              </a:rPr>
              <a:t>Partnerships</a:t>
            </a:r>
          </a:p>
          <a:p>
            <a:pPr marL="742950" lvl="1" indent="-285750">
              <a:lnSpc>
                <a:spcPct val="120000"/>
              </a:lnSpc>
              <a:buFont typeface="Courier New" panose="02070309020205020404" pitchFamily="49" charset="0"/>
              <a:buChar char="o"/>
            </a:pPr>
            <a:r>
              <a:rPr lang="en-US" sz="1600" dirty="0">
                <a:latin typeface="Grandview Display" panose="020B0502040204020203" pitchFamily="34" charset="0"/>
              </a:rPr>
              <a:t>Expertise</a:t>
            </a:r>
          </a:p>
        </p:txBody>
      </p:sp>
      <p:sp>
        <p:nvSpPr>
          <p:cNvPr id="37" name="Oval 36">
            <a:extLst>
              <a:ext uri="{FF2B5EF4-FFF2-40B4-BE49-F238E27FC236}">
                <a16:creationId xmlns:a16="http://schemas.microsoft.com/office/drawing/2014/main" id="{9AA757F9-E971-8F75-60B7-1939F30C406A}"/>
              </a:ext>
            </a:extLst>
          </p:cNvPr>
          <p:cNvSpPr/>
          <p:nvPr/>
        </p:nvSpPr>
        <p:spPr>
          <a:xfrm>
            <a:off x="9840215" y="1417301"/>
            <a:ext cx="1877137" cy="1886151"/>
          </a:xfrm>
          <a:prstGeom prst="ellipse">
            <a:avLst/>
          </a:prstGeom>
          <a:solidFill>
            <a:srgbClr val="E3001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8" name="TextBox 37">
            <a:extLst>
              <a:ext uri="{FF2B5EF4-FFF2-40B4-BE49-F238E27FC236}">
                <a16:creationId xmlns:a16="http://schemas.microsoft.com/office/drawing/2014/main" id="{76851885-8BA6-B3F4-71C7-024AA7767DA0}"/>
              </a:ext>
            </a:extLst>
          </p:cNvPr>
          <p:cNvSpPr txBox="1"/>
          <p:nvPr/>
        </p:nvSpPr>
        <p:spPr>
          <a:xfrm>
            <a:off x="10304969" y="1115752"/>
            <a:ext cx="987700" cy="338554"/>
          </a:xfrm>
          <a:prstGeom prst="rect">
            <a:avLst/>
          </a:prstGeom>
          <a:noFill/>
        </p:spPr>
        <p:txBody>
          <a:bodyPr wrap="square" rtlCol="0">
            <a:spAutoFit/>
          </a:bodyPr>
          <a:lstStyle/>
          <a:p>
            <a:r>
              <a:rPr lang="en-US" sz="1600"/>
              <a:t>Q3 2025</a:t>
            </a:r>
          </a:p>
        </p:txBody>
      </p:sp>
      <p:sp>
        <p:nvSpPr>
          <p:cNvPr id="39" name="TextBox 38">
            <a:extLst>
              <a:ext uri="{FF2B5EF4-FFF2-40B4-BE49-F238E27FC236}">
                <a16:creationId xmlns:a16="http://schemas.microsoft.com/office/drawing/2014/main" id="{5731B266-5C9A-92C5-B4BD-EB4F552339FD}"/>
              </a:ext>
            </a:extLst>
          </p:cNvPr>
          <p:cNvSpPr txBox="1"/>
          <p:nvPr/>
        </p:nvSpPr>
        <p:spPr>
          <a:xfrm>
            <a:off x="9941365" y="1650403"/>
            <a:ext cx="1674836" cy="1569660"/>
          </a:xfrm>
          <a:prstGeom prst="rect">
            <a:avLst/>
          </a:prstGeom>
          <a:noFill/>
        </p:spPr>
        <p:txBody>
          <a:bodyPr wrap="square" rtlCol="0">
            <a:spAutoFit/>
          </a:bodyPr>
          <a:lstStyle/>
          <a:p>
            <a:pPr algn="ctr"/>
            <a:r>
              <a:rPr lang="en-US" sz="1600" b="1" dirty="0">
                <a:solidFill>
                  <a:schemeClr val="bg1"/>
                </a:solidFill>
                <a:latin typeface="Grandview Display" panose="020B0502040204020203" pitchFamily="34" charset="0"/>
              </a:rPr>
              <a:t>AL on target to increase Operating Margin +460 basis points by 2026</a:t>
            </a:r>
          </a:p>
        </p:txBody>
      </p:sp>
      <p:sp>
        <p:nvSpPr>
          <p:cNvPr id="43" name="Rounded Rectangle 42">
            <a:extLst>
              <a:ext uri="{FF2B5EF4-FFF2-40B4-BE49-F238E27FC236}">
                <a16:creationId xmlns:a16="http://schemas.microsoft.com/office/drawing/2014/main" id="{E4DD443F-FD39-A563-48DC-E94D12E16957}"/>
              </a:ext>
            </a:extLst>
          </p:cNvPr>
          <p:cNvSpPr/>
          <p:nvPr/>
        </p:nvSpPr>
        <p:spPr>
          <a:xfrm>
            <a:off x="527361" y="3841835"/>
            <a:ext cx="3998918" cy="2114607"/>
          </a:xfrm>
          <a:prstGeom prst="roundRect">
            <a:avLst/>
          </a:prstGeom>
          <a:noFill/>
          <a:ln w="15875">
            <a:solidFill>
              <a:srgbClr val="E300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a:extLst>
              <a:ext uri="{FF2B5EF4-FFF2-40B4-BE49-F238E27FC236}">
                <a16:creationId xmlns:a16="http://schemas.microsoft.com/office/drawing/2014/main" id="{0BE35F04-3362-CB30-E587-BEF9BE8C8111}"/>
              </a:ext>
            </a:extLst>
          </p:cNvPr>
          <p:cNvSpPr/>
          <p:nvPr/>
        </p:nvSpPr>
        <p:spPr>
          <a:xfrm>
            <a:off x="4734085" y="3831123"/>
            <a:ext cx="4590549" cy="2125320"/>
          </a:xfrm>
          <a:prstGeom prst="roundRect">
            <a:avLst/>
          </a:prstGeom>
          <a:noFill/>
          <a:ln w="15875">
            <a:solidFill>
              <a:srgbClr val="E300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F29E9F22-C823-4313-D77A-869AA56C6501}"/>
              </a:ext>
            </a:extLst>
          </p:cNvPr>
          <p:cNvCxnSpPr>
            <a:cxnSpLocks/>
          </p:cNvCxnSpPr>
          <p:nvPr/>
        </p:nvCxnSpPr>
        <p:spPr>
          <a:xfrm>
            <a:off x="5260313" y="3919151"/>
            <a:ext cx="0" cy="1990800"/>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A6EC090-5FC9-6E5C-843D-3A861AEB1B82}"/>
              </a:ext>
            </a:extLst>
          </p:cNvPr>
          <p:cNvSpPr txBox="1"/>
          <p:nvPr/>
        </p:nvSpPr>
        <p:spPr>
          <a:xfrm rot="16200000">
            <a:off x="-26220" y="4683201"/>
            <a:ext cx="1641796" cy="338554"/>
          </a:xfrm>
          <a:prstGeom prst="rect">
            <a:avLst/>
          </a:prstGeom>
          <a:noFill/>
        </p:spPr>
        <p:txBody>
          <a:bodyPr wrap="none" rtlCol="0">
            <a:spAutoFit/>
          </a:bodyPr>
          <a:lstStyle/>
          <a:p>
            <a:r>
              <a:rPr lang="en-US" sz="1600" dirty="0">
                <a:solidFill>
                  <a:srgbClr val="355FAC"/>
                </a:solidFill>
                <a:latin typeface="Arial" panose="020B0604020202020204" pitchFamily="34" charset="0"/>
                <a:cs typeface="Arial" panose="020B0604020202020204" pitchFamily="34" charset="0"/>
              </a:rPr>
              <a:t>Stable Revenue</a:t>
            </a:r>
          </a:p>
        </p:txBody>
      </p:sp>
      <p:sp>
        <p:nvSpPr>
          <p:cNvPr id="50" name="TextBox 49">
            <a:extLst>
              <a:ext uri="{FF2B5EF4-FFF2-40B4-BE49-F238E27FC236}">
                <a16:creationId xmlns:a16="http://schemas.microsoft.com/office/drawing/2014/main" id="{518C19D1-9109-29AC-1C24-C71B104CB67D}"/>
              </a:ext>
            </a:extLst>
          </p:cNvPr>
          <p:cNvSpPr txBox="1"/>
          <p:nvPr/>
        </p:nvSpPr>
        <p:spPr>
          <a:xfrm rot="16200000">
            <a:off x="4576897" y="4544915"/>
            <a:ext cx="889987" cy="369332"/>
          </a:xfrm>
          <a:prstGeom prst="rect">
            <a:avLst/>
          </a:prstGeom>
          <a:noFill/>
        </p:spPr>
        <p:txBody>
          <a:bodyPr wrap="none" rtlCol="0">
            <a:spAutoFit/>
          </a:bodyPr>
          <a:lstStyle/>
          <a:p>
            <a:r>
              <a:rPr lang="en-US">
                <a:solidFill>
                  <a:srgbClr val="355FAC"/>
                </a:solidFill>
                <a:latin typeface="Arial" panose="020B0604020202020204" pitchFamily="34" charset="0"/>
                <a:cs typeface="Arial" panose="020B0604020202020204" pitchFamily="34" charset="0"/>
              </a:rPr>
              <a:t>Green </a:t>
            </a:r>
          </a:p>
        </p:txBody>
      </p:sp>
      <p:sp>
        <p:nvSpPr>
          <p:cNvPr id="51" name="TextBox 50">
            <a:extLst>
              <a:ext uri="{FF2B5EF4-FFF2-40B4-BE49-F238E27FC236}">
                <a16:creationId xmlns:a16="http://schemas.microsoft.com/office/drawing/2014/main" id="{31F82028-2538-7CB0-8728-EC861DCB4AF2}"/>
              </a:ext>
            </a:extLst>
          </p:cNvPr>
          <p:cNvSpPr txBox="1"/>
          <p:nvPr/>
        </p:nvSpPr>
        <p:spPr>
          <a:xfrm>
            <a:off x="1013645" y="3841836"/>
            <a:ext cx="3390715" cy="2123658"/>
          </a:xfrm>
          <a:prstGeom prst="rect">
            <a:avLst/>
          </a:prstGeom>
          <a:noFill/>
        </p:spPr>
        <p:txBody>
          <a:bodyPr wrap="square" rtlCol="0">
            <a:spAutoFit/>
          </a:bodyPr>
          <a:lstStyle/>
          <a:p>
            <a:pPr marL="285750" indent="-285750">
              <a:buFont typeface="Wingdings" pitchFamily="2" charset="2"/>
              <a:buChar char="q"/>
            </a:pPr>
            <a:r>
              <a:rPr lang="en-US" sz="1300" dirty="0">
                <a:latin typeface="Grandview Display" panose="020B0502040204020203" pitchFamily="34" charset="0"/>
              </a:rPr>
              <a:t>44% of revenue in healthcare and take-or-pay contracts</a:t>
            </a:r>
          </a:p>
          <a:p>
            <a:endParaRPr lang="en-US" sz="500" dirty="0">
              <a:latin typeface="Grandview Display" panose="020B0502040204020203" pitchFamily="34" charset="0"/>
            </a:endParaRPr>
          </a:p>
          <a:p>
            <a:pPr marL="285750" indent="-285750">
              <a:buFont typeface="Wingdings" pitchFamily="2" charset="2"/>
              <a:buChar char="q"/>
            </a:pPr>
            <a:r>
              <a:rPr lang="en-US" sz="1300" dirty="0">
                <a:latin typeface="Grandview Display" panose="020B0502040204020203" pitchFamily="34" charset="0"/>
              </a:rPr>
              <a:t>Investments in semiconductors backed by contracts, notably: Germany, USA, and Singapore</a:t>
            </a:r>
          </a:p>
          <a:p>
            <a:endParaRPr lang="en-US" sz="500" dirty="0">
              <a:latin typeface="Grandview Display" panose="020B0502040204020203" pitchFamily="34" charset="0"/>
            </a:endParaRPr>
          </a:p>
          <a:p>
            <a:pPr marL="285750" indent="-285750">
              <a:buFont typeface="Wingdings" pitchFamily="2" charset="2"/>
              <a:buChar char="q"/>
            </a:pPr>
            <a:r>
              <a:rPr lang="en-US" sz="1300" dirty="0">
                <a:latin typeface="Grandview Display" panose="020B0502040204020203" pitchFamily="34" charset="0"/>
              </a:rPr>
              <a:t>Historical pricing power offsets energy price volatility</a:t>
            </a:r>
          </a:p>
          <a:p>
            <a:endParaRPr lang="en-US" sz="500" dirty="0">
              <a:latin typeface="Grandview Display" panose="020B0502040204020203" pitchFamily="34" charset="0"/>
            </a:endParaRPr>
          </a:p>
          <a:p>
            <a:pPr marL="285750" indent="-285750">
              <a:buFont typeface="Wingdings" pitchFamily="2" charset="2"/>
              <a:buChar char="q"/>
            </a:pPr>
            <a:r>
              <a:rPr lang="en-US" sz="1300" dirty="0">
                <a:latin typeface="Grandview Display" panose="020B0502040204020203" pitchFamily="34" charset="0"/>
              </a:rPr>
              <a:t>Strong financials despite a recently difficult climate</a:t>
            </a:r>
          </a:p>
        </p:txBody>
      </p:sp>
      <p:sp>
        <p:nvSpPr>
          <p:cNvPr id="72" name="TextBox 71">
            <a:extLst>
              <a:ext uri="{FF2B5EF4-FFF2-40B4-BE49-F238E27FC236}">
                <a16:creationId xmlns:a16="http://schemas.microsoft.com/office/drawing/2014/main" id="{724199D5-1C69-40E1-4ED2-865C0B9967EC}"/>
              </a:ext>
            </a:extLst>
          </p:cNvPr>
          <p:cNvSpPr txBox="1"/>
          <p:nvPr/>
        </p:nvSpPr>
        <p:spPr>
          <a:xfrm>
            <a:off x="9514141" y="3493043"/>
            <a:ext cx="2137744" cy="523220"/>
          </a:xfrm>
          <a:prstGeom prst="rect">
            <a:avLst/>
          </a:prstGeom>
          <a:noFill/>
        </p:spPr>
        <p:txBody>
          <a:bodyPr wrap="square" rtlCol="0">
            <a:spAutoFit/>
          </a:bodyPr>
          <a:lstStyle/>
          <a:p>
            <a:pPr algn="ctr"/>
            <a:r>
              <a:rPr lang="en-US" sz="1400" dirty="0">
                <a:latin typeface="Grandview Display" panose="020B0502040204020203" pitchFamily="34" charset="0"/>
              </a:rPr>
              <a:t>Rev. Breakdown YTD (June 2025)</a:t>
            </a:r>
          </a:p>
        </p:txBody>
      </p:sp>
      <p:sp>
        <p:nvSpPr>
          <p:cNvPr id="75" name="Rectangle 74">
            <a:extLst>
              <a:ext uri="{FF2B5EF4-FFF2-40B4-BE49-F238E27FC236}">
                <a16:creationId xmlns:a16="http://schemas.microsoft.com/office/drawing/2014/main" id="{25A909D8-92E6-697A-DDA6-4373625AE4F1}"/>
              </a:ext>
            </a:extLst>
          </p:cNvPr>
          <p:cNvSpPr/>
          <p:nvPr/>
        </p:nvSpPr>
        <p:spPr>
          <a:xfrm>
            <a:off x="144698" y="6093831"/>
            <a:ext cx="11894902" cy="468077"/>
          </a:xfrm>
          <a:prstGeom prst="rect">
            <a:avLst/>
          </a:prstGeom>
          <a:solidFill>
            <a:srgbClr val="355FAB"/>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i="1" dirty="0">
                <a:solidFill>
                  <a:schemeClr val="bg1"/>
                </a:solidFill>
                <a:latin typeface="Grandview Display" panose="020B0502040204020203" pitchFamily="34" charset="0"/>
              </a:rPr>
              <a:t>Conclusion: Air Liquide will ride the </a:t>
            </a:r>
            <a:r>
              <a:rPr lang="en-GB" sz="1600" b="1" i="1" dirty="0">
                <a:solidFill>
                  <a:schemeClr val="bg1"/>
                </a:solidFill>
                <a:latin typeface="Grandview Display" panose="020B0502040204020203" pitchFamily="34" charset="0"/>
              </a:rPr>
              <a:t>AI</a:t>
            </a:r>
            <a:r>
              <a:rPr lang="en-GB" sz="1600" i="1" dirty="0">
                <a:solidFill>
                  <a:schemeClr val="bg1"/>
                </a:solidFill>
                <a:latin typeface="Grandview Display" panose="020B0502040204020203" pitchFamily="34" charset="0"/>
              </a:rPr>
              <a:t> ‘wave’, weather the ‘</a:t>
            </a:r>
            <a:r>
              <a:rPr lang="en-GB" sz="1600" b="1" i="1" dirty="0">
                <a:solidFill>
                  <a:schemeClr val="bg1"/>
                </a:solidFill>
                <a:latin typeface="Grandview Display" panose="020B0502040204020203" pitchFamily="34" charset="0"/>
              </a:rPr>
              <a:t>storm</a:t>
            </a:r>
            <a:r>
              <a:rPr lang="en-GB" sz="1600" i="1" dirty="0">
                <a:solidFill>
                  <a:schemeClr val="bg1"/>
                </a:solidFill>
                <a:latin typeface="Grandview Display" panose="020B0502040204020203" pitchFamily="34" charset="0"/>
              </a:rPr>
              <a:t>’, and find ‘</a:t>
            </a:r>
            <a:r>
              <a:rPr lang="en-GB" sz="1600" b="1" i="1" dirty="0">
                <a:solidFill>
                  <a:schemeClr val="bg1"/>
                </a:solidFill>
                <a:latin typeface="Grandview Display" panose="020B0502040204020203" pitchFamily="34" charset="0"/>
              </a:rPr>
              <a:t>greener</a:t>
            </a:r>
            <a:r>
              <a:rPr lang="en-GB" sz="1600" i="1" dirty="0">
                <a:solidFill>
                  <a:schemeClr val="bg1"/>
                </a:solidFill>
                <a:latin typeface="Grandview Display" panose="020B0502040204020203" pitchFamily="34" charset="0"/>
              </a:rPr>
              <a:t>’ land. All more effectively than its peers. </a:t>
            </a:r>
          </a:p>
        </p:txBody>
      </p:sp>
      <p:sp>
        <p:nvSpPr>
          <p:cNvPr id="2" name="Rectangle 1">
            <a:extLst>
              <a:ext uri="{FF2B5EF4-FFF2-40B4-BE49-F238E27FC236}">
                <a16:creationId xmlns:a16="http://schemas.microsoft.com/office/drawing/2014/main" id="{3B3D1A25-923B-7A02-BF58-1E75575A5E61}"/>
              </a:ext>
            </a:extLst>
          </p:cNvPr>
          <p:cNvSpPr/>
          <p:nvPr/>
        </p:nvSpPr>
        <p:spPr>
          <a:xfrm>
            <a:off x="963955" y="959093"/>
            <a:ext cx="1093445" cy="1431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11">
            <a:extLst>
              <a:ext uri="{FF2B5EF4-FFF2-40B4-BE49-F238E27FC236}">
                <a16:creationId xmlns:a16="http://schemas.microsoft.com/office/drawing/2014/main" id="{B01710D1-1CB5-ABA5-7F88-6B3D90930B98}"/>
              </a:ext>
            </a:extLst>
          </p:cNvPr>
          <p:cNvSpPr>
            <a:spLocks noGrp="1"/>
          </p:cNvSpPr>
          <p:nvPr>
            <p:ph type="sldNum" sz="quarter" idx="12"/>
          </p:nvPr>
        </p:nvSpPr>
        <p:spPr>
          <a:xfrm>
            <a:off x="8609674" y="6534699"/>
            <a:ext cx="2743200" cy="365125"/>
          </a:xfrm>
        </p:spPr>
        <p:txBody>
          <a:bodyPr/>
          <a:lstStyle/>
          <a:p>
            <a:fld id="{B0B96B13-3B2C-4D2F-B5C6-31437AAE5D43}" type="slidenum">
              <a:rPr lang="en-GB" smtClean="0"/>
              <a:t>6</a:t>
            </a:fld>
            <a:endParaRPr lang="en-GB"/>
          </a:p>
        </p:txBody>
      </p:sp>
      <p:cxnSp>
        <p:nvCxnSpPr>
          <p:cNvPr id="6" name="Straight Connector 5">
            <a:extLst>
              <a:ext uri="{FF2B5EF4-FFF2-40B4-BE49-F238E27FC236}">
                <a16:creationId xmlns:a16="http://schemas.microsoft.com/office/drawing/2014/main" id="{C64A9C38-2E1B-0625-3A75-10F65142E9BC}"/>
              </a:ext>
            </a:extLst>
          </p:cNvPr>
          <p:cNvCxnSpPr/>
          <p:nvPr/>
        </p:nvCxnSpPr>
        <p:spPr>
          <a:xfrm>
            <a:off x="430635" y="1080114"/>
            <a:ext cx="11291581" cy="0"/>
          </a:xfrm>
          <a:prstGeom prst="line">
            <a:avLst/>
          </a:prstGeom>
          <a:ln w="12700">
            <a:solidFill>
              <a:srgbClr val="E30011"/>
            </a:solidFill>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9639E400-52E6-046D-F08D-B0740A769AEC}"/>
              </a:ext>
            </a:extLst>
          </p:cNvPr>
          <p:cNvCxnSpPr/>
          <p:nvPr/>
        </p:nvCxnSpPr>
        <p:spPr>
          <a:xfrm>
            <a:off x="11149831" y="296091"/>
            <a:ext cx="0" cy="383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descr="A logo for a company&#10;&#10;AI-generated content may be incorrect.">
            <a:extLst>
              <a:ext uri="{FF2B5EF4-FFF2-40B4-BE49-F238E27FC236}">
                <a16:creationId xmlns:a16="http://schemas.microsoft.com/office/drawing/2014/main" id="{3EC50CC0-3AD0-E2FB-27D8-E6D412039E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58307" y="177486"/>
            <a:ext cx="585106" cy="585106"/>
          </a:xfrm>
          <a:prstGeom prst="rect">
            <a:avLst/>
          </a:prstGeom>
        </p:spPr>
      </p:pic>
    </p:spTree>
    <p:extLst>
      <p:ext uri="{BB962C8B-B14F-4D97-AF65-F5344CB8AC3E}">
        <p14:creationId xmlns:p14="http://schemas.microsoft.com/office/powerpoint/2010/main" val="2544954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80E60-98B2-22A3-53F2-9A72A98980A9}"/>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AB95F73-E26B-07B2-6984-FF1FB664F343}"/>
              </a:ext>
            </a:extLst>
          </p:cNvPr>
          <p:cNvCxnSpPr/>
          <p:nvPr/>
        </p:nvCxnSpPr>
        <p:spPr>
          <a:xfrm>
            <a:off x="469784" y="889396"/>
            <a:ext cx="11291581" cy="0"/>
          </a:xfrm>
          <a:prstGeom prst="line">
            <a:avLst/>
          </a:prstGeom>
          <a:ln w="12700">
            <a:solidFill>
              <a:srgbClr val="002060"/>
            </a:solidFill>
          </a:ln>
        </p:spPr>
        <p:style>
          <a:lnRef idx="1">
            <a:schemeClr val="dk1"/>
          </a:lnRef>
          <a:fillRef idx="0">
            <a:schemeClr val="dk1"/>
          </a:fillRef>
          <a:effectRef idx="0">
            <a:schemeClr val="dk1"/>
          </a:effectRef>
          <a:fontRef idx="minor">
            <a:schemeClr val="tx1"/>
          </a:fontRef>
        </p:style>
      </p:cxnSp>
      <p:graphicFrame>
        <p:nvGraphicFramePr>
          <p:cNvPr id="10" name="Table 9">
            <a:extLst>
              <a:ext uri="{FF2B5EF4-FFF2-40B4-BE49-F238E27FC236}">
                <a16:creationId xmlns:a16="http://schemas.microsoft.com/office/drawing/2014/main" id="{A06D42EF-4123-32D2-D3B0-DAFA7F2F53BA}"/>
              </a:ext>
            </a:extLst>
          </p:cNvPr>
          <p:cNvGraphicFramePr>
            <a:graphicFrameLocks noGrp="1"/>
          </p:cNvGraphicFramePr>
          <p:nvPr>
            <p:extLst>
              <p:ext uri="{D42A27DB-BD31-4B8C-83A1-F6EECF244321}">
                <p14:modId xmlns:p14="http://schemas.microsoft.com/office/powerpoint/2010/main" val="1276513452"/>
              </p:ext>
            </p:extLst>
          </p:nvPr>
        </p:nvGraphicFramePr>
        <p:xfrm>
          <a:off x="487959" y="989728"/>
          <a:ext cx="11273406" cy="5291150"/>
        </p:xfrm>
        <a:graphic>
          <a:graphicData uri="http://schemas.openxmlformats.org/drawingml/2006/table">
            <a:tbl>
              <a:tblPr bandRow="1">
                <a:tableStyleId>{5C22544A-7EE6-4342-B048-85BDC9FD1C3A}</a:tableStyleId>
              </a:tblPr>
              <a:tblGrid>
                <a:gridCol w="1133692">
                  <a:extLst>
                    <a:ext uri="{9D8B030D-6E8A-4147-A177-3AD203B41FA5}">
                      <a16:colId xmlns:a16="http://schemas.microsoft.com/office/drawing/2014/main" val="3608067644"/>
                    </a:ext>
                  </a:extLst>
                </a:gridCol>
                <a:gridCol w="10139714">
                  <a:extLst>
                    <a:ext uri="{9D8B030D-6E8A-4147-A177-3AD203B41FA5}">
                      <a16:colId xmlns:a16="http://schemas.microsoft.com/office/drawing/2014/main" val="2538834352"/>
                    </a:ext>
                  </a:extLst>
                </a:gridCol>
              </a:tblGrid>
              <a:tr h="262356">
                <a:tc>
                  <a:txBody>
                    <a:bodyPr/>
                    <a:lstStyle/>
                    <a:p>
                      <a:pPr algn="l" rtl="0" fontAlgn="base">
                        <a:lnSpc>
                          <a:spcPts val="1575"/>
                        </a:lnSpc>
                        <a:buNone/>
                      </a:pPr>
                      <a:r>
                        <a:rPr lang="en-GB" sz="1600" b="0" i="0" dirty="0">
                          <a:solidFill>
                            <a:srgbClr val="355FAB"/>
                          </a:solidFill>
                          <a:effectLst/>
                          <a:latin typeface="Grandview Display"/>
                        </a:rPr>
                        <a:t>Risk </a:t>
                      </a:r>
                      <a:endParaRPr lang="en-GB" sz="1600" b="1" i="0" dirty="0">
                        <a:solidFill>
                          <a:srgbClr val="355FAB"/>
                        </a:solidFill>
                        <a:effectLst/>
                        <a:latin typeface="Grandview Display"/>
                      </a:endParaRPr>
                    </a:p>
                  </a:txBody>
                  <a:tcPr marL="66294" marR="66294" marT="33147" marB="331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575"/>
                        </a:lnSpc>
                        <a:buNone/>
                      </a:pPr>
                      <a:r>
                        <a:rPr lang="en-GB" sz="1600" b="0" i="0" dirty="0">
                          <a:solidFill>
                            <a:srgbClr val="355FAB"/>
                          </a:solidFill>
                          <a:effectLst/>
                          <a:latin typeface="Grandview Display"/>
                        </a:rPr>
                        <a:t>Description</a:t>
                      </a:r>
                      <a:endParaRPr lang="en-GB" sz="1600" b="1" i="0" dirty="0">
                        <a:solidFill>
                          <a:srgbClr val="355FAB"/>
                        </a:solidFill>
                        <a:effectLst/>
                        <a:latin typeface="Grandview Display"/>
                      </a:endParaRPr>
                    </a:p>
                  </a:txBody>
                  <a:tcPr marL="66294" marR="66294" marT="33147" marB="331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30681283"/>
                  </a:ext>
                </a:extLst>
              </a:tr>
              <a:tr h="940640">
                <a:tc>
                  <a:txBody>
                    <a:bodyPr/>
                    <a:lstStyle/>
                    <a:p>
                      <a:pPr algn="l" rtl="0" fontAlgn="base">
                        <a:lnSpc>
                          <a:spcPts val="1425"/>
                        </a:lnSpc>
                        <a:buNone/>
                      </a:pPr>
                      <a:r>
                        <a:rPr lang="en-GB" sz="1200" b="0" i="0">
                          <a:solidFill>
                            <a:srgbClr val="FFFFFF"/>
                          </a:solidFill>
                          <a:effectLst/>
                          <a:latin typeface="Grandview Display"/>
                        </a:rPr>
                        <a:t>Market</a:t>
                      </a:r>
                      <a:endParaRPr lang="en-GB" sz="1200" b="0" i="0">
                        <a:solidFill>
                          <a:srgbClr val="000000"/>
                        </a:solidFill>
                        <a:effectLst/>
                        <a:latin typeface="Grandview Display"/>
                      </a:endParaRPr>
                    </a:p>
                  </a:txBody>
                  <a:tcPr marL="66294" marR="66294" marT="33147" marB="331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355FAB"/>
                    </a:solidFill>
                  </a:tcPr>
                </a:tc>
                <a:tc>
                  <a:txBody>
                    <a:bodyPr/>
                    <a:lstStyle/>
                    <a:p>
                      <a:pPr marL="342900" lvl="0" indent="-342900" algn="l" rtl="0" fontAlgn="base">
                        <a:lnSpc>
                          <a:spcPct val="100000"/>
                        </a:lnSpc>
                        <a:buClr>
                          <a:srgbClr val="FF0000"/>
                        </a:buClr>
                        <a:buFont typeface="Arial" panose="020B0604020202020204" pitchFamily="34" charset="0"/>
                        <a:buChar char="•"/>
                      </a:pPr>
                      <a:r>
                        <a:rPr lang="en-GB" sz="1200" b="0" i="0" u="none" strike="noStrike" dirty="0">
                          <a:solidFill>
                            <a:srgbClr val="000000"/>
                          </a:solidFill>
                          <a:effectLst/>
                          <a:latin typeface="Grandview Display"/>
                        </a:rPr>
                        <a:t>Margins depend on electricity and natural gas prices: volatile</a:t>
                      </a:r>
                      <a:endParaRPr lang="en-GB" sz="1200" b="0" i="0" dirty="0">
                        <a:solidFill>
                          <a:srgbClr val="000000"/>
                        </a:solidFill>
                        <a:effectLst/>
                        <a:latin typeface="Grandview Display"/>
                      </a:endParaRPr>
                    </a:p>
                    <a:p>
                      <a:pPr marL="342900" lvl="0" indent="-342900" algn="l" rtl="0" fontAlgn="base">
                        <a:lnSpc>
                          <a:spcPct val="100000"/>
                        </a:lnSpc>
                        <a:buClr>
                          <a:srgbClr val="00B050"/>
                        </a:buClr>
                        <a:buFont typeface="Arial" panose="020B0604020202020204" pitchFamily="34" charset="0"/>
                        <a:buChar char="•"/>
                      </a:pPr>
                      <a:r>
                        <a:rPr lang="en-GB" sz="1200" b="0" i="0" u="none" strike="noStrike" dirty="0">
                          <a:solidFill>
                            <a:srgbClr val="000000"/>
                          </a:solidFill>
                          <a:effectLst/>
                          <a:latin typeface="Grandview Display"/>
                        </a:rPr>
                        <a:t>Uses ‘take-or-pay’ contracts (renegotiation risk remains)</a:t>
                      </a:r>
                      <a:endParaRPr lang="en-GB" sz="1200" b="0" i="0" dirty="0">
                        <a:solidFill>
                          <a:srgbClr val="000000"/>
                        </a:solidFill>
                        <a:effectLst/>
                        <a:latin typeface="Grandview Display"/>
                      </a:endParaRPr>
                    </a:p>
                    <a:p>
                      <a:pPr marL="342900" lvl="0" indent="-342900" algn="l">
                        <a:lnSpc>
                          <a:spcPct val="100000"/>
                        </a:lnSpc>
                        <a:buFont typeface="Arial" panose="020B0604020202020204" pitchFamily="34" charset="0"/>
                        <a:buChar char="•"/>
                      </a:pPr>
                      <a:endParaRPr lang="en-GB" sz="500" b="0" i="0" u="none" strike="noStrike" dirty="0">
                        <a:solidFill>
                          <a:srgbClr val="000000"/>
                        </a:solidFill>
                        <a:effectLst/>
                        <a:latin typeface="Grandview Display"/>
                      </a:endParaRPr>
                    </a:p>
                    <a:p>
                      <a:pPr marL="342900" lvl="0" indent="-342900" algn="l" rtl="0" fontAlgn="base">
                        <a:lnSpc>
                          <a:spcPct val="100000"/>
                        </a:lnSpc>
                        <a:buClr>
                          <a:srgbClr val="FF0000"/>
                        </a:buClr>
                        <a:buFont typeface="Arial" panose="020B0604020202020204" pitchFamily="34" charset="0"/>
                        <a:buChar char="•"/>
                      </a:pPr>
                      <a:r>
                        <a:rPr lang="en-GB" sz="1200" b="0" i="0" u="none" strike="noStrike" dirty="0">
                          <a:solidFill>
                            <a:srgbClr val="000000"/>
                          </a:solidFill>
                          <a:effectLst/>
                          <a:latin typeface="Grandview Display"/>
                        </a:rPr>
                        <a:t>FX Exposure </a:t>
                      </a:r>
                      <a:r>
                        <a:rPr lang="en-GB" sz="1200" dirty="0"/>
                        <a:t>— </a:t>
                      </a:r>
                      <a:r>
                        <a:rPr lang="en-GB" sz="1200" b="0" i="0" u="none" strike="noStrike" dirty="0">
                          <a:solidFill>
                            <a:srgbClr val="000000"/>
                          </a:solidFill>
                          <a:effectLst/>
                          <a:latin typeface="Grandview Display"/>
                        </a:rPr>
                        <a:t>currency volatility can affect reported earnings </a:t>
                      </a:r>
                      <a:endParaRPr lang="en-GB" sz="1200" b="0" i="0" dirty="0">
                        <a:solidFill>
                          <a:srgbClr val="000000"/>
                        </a:solidFill>
                        <a:effectLst/>
                        <a:latin typeface="Grandview Display"/>
                      </a:endParaRPr>
                    </a:p>
                    <a:p>
                      <a:pPr marL="342900" lvl="0" indent="-342900" algn="l" rtl="0" fontAlgn="base">
                        <a:lnSpc>
                          <a:spcPct val="100000"/>
                        </a:lnSpc>
                        <a:buClr>
                          <a:srgbClr val="00B050"/>
                        </a:buClr>
                        <a:buFont typeface="Arial" panose="020B0604020202020204" pitchFamily="34" charset="0"/>
                        <a:buChar char="•"/>
                      </a:pPr>
                      <a:r>
                        <a:rPr lang="en-GB" sz="1200" b="0" i="0" u="none" strike="noStrike" dirty="0">
                          <a:solidFill>
                            <a:srgbClr val="000000"/>
                          </a:solidFill>
                          <a:effectLst/>
                          <a:latin typeface="Grandview Display"/>
                        </a:rPr>
                        <a:t>Air Liquide uses natural hedging</a:t>
                      </a:r>
                      <a:endParaRPr lang="en-GB" sz="1200" b="0" i="0" dirty="0">
                        <a:solidFill>
                          <a:srgbClr val="000000"/>
                        </a:solidFill>
                        <a:effectLst/>
                        <a:latin typeface="Grandview Display"/>
                      </a:endParaRPr>
                    </a:p>
                  </a:txBody>
                  <a:tcPr marL="66294" marR="66294" marT="33147" marB="331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63482488"/>
                  </a:ext>
                </a:extLst>
              </a:tr>
              <a:tr h="1111668">
                <a:tc>
                  <a:txBody>
                    <a:bodyPr/>
                    <a:lstStyle/>
                    <a:p>
                      <a:pPr algn="l" rtl="0" fontAlgn="base">
                        <a:lnSpc>
                          <a:spcPts val="1425"/>
                        </a:lnSpc>
                        <a:buNone/>
                      </a:pPr>
                      <a:r>
                        <a:rPr lang="en-GB" sz="1200" b="0" i="0">
                          <a:solidFill>
                            <a:srgbClr val="FFFFFF"/>
                          </a:solidFill>
                          <a:effectLst/>
                          <a:latin typeface="Grandview Display"/>
                        </a:rPr>
                        <a:t>Financial</a:t>
                      </a:r>
                      <a:endParaRPr lang="en-GB" sz="1200" b="0" i="0">
                        <a:solidFill>
                          <a:srgbClr val="000000"/>
                        </a:solidFill>
                        <a:effectLst/>
                        <a:latin typeface="Grandview Display"/>
                      </a:endParaRPr>
                    </a:p>
                  </a:txBody>
                  <a:tcPr marL="66294" marR="66294" marT="33147" marB="331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E6EA4"/>
                    </a:solidFill>
                  </a:tcPr>
                </a:tc>
                <a:tc>
                  <a:txBody>
                    <a:bodyPr/>
                    <a:lstStyle/>
                    <a:p>
                      <a:pPr marL="342900" lvl="0" indent="-342900" algn="l" rtl="0" fontAlgn="base">
                        <a:lnSpc>
                          <a:spcPct val="100000"/>
                        </a:lnSpc>
                        <a:buClr>
                          <a:srgbClr val="FF0000"/>
                        </a:buClr>
                        <a:buFont typeface="Arial" panose="020B0604020202020204" pitchFamily="34" charset="0"/>
                        <a:buChar char="•"/>
                      </a:pPr>
                      <a:r>
                        <a:rPr lang="en-GB" sz="1200" b="0" i="0" u="none" strike="noStrike" dirty="0">
                          <a:solidFill>
                            <a:srgbClr val="000000"/>
                          </a:solidFill>
                          <a:effectLst/>
                          <a:latin typeface="Grandview Display"/>
                        </a:rPr>
                        <a:t>Significant long-term debt to finance large capex projects </a:t>
                      </a:r>
                      <a:endParaRPr lang="en-GB" sz="1200" b="0" i="0" dirty="0">
                        <a:solidFill>
                          <a:srgbClr val="000000"/>
                        </a:solidFill>
                        <a:effectLst/>
                        <a:latin typeface="Grandview Display"/>
                      </a:endParaRPr>
                    </a:p>
                    <a:p>
                      <a:pPr marL="342900" lvl="0" indent="-342900" algn="l" rtl="0" fontAlgn="base">
                        <a:lnSpc>
                          <a:spcPct val="100000"/>
                        </a:lnSpc>
                        <a:buClr>
                          <a:srgbClr val="00B050"/>
                        </a:buClr>
                        <a:buFont typeface="Arial" panose="020B0604020202020204" pitchFamily="34" charset="0"/>
                        <a:buChar char="•"/>
                      </a:pPr>
                      <a:r>
                        <a:rPr lang="en-GB" sz="1200" b="0" i="0" u="none" strike="noStrike" dirty="0">
                          <a:solidFill>
                            <a:srgbClr val="000000"/>
                          </a:solidFill>
                          <a:effectLst/>
                          <a:latin typeface="Grandview Display"/>
                        </a:rPr>
                        <a:t>Interest Coverage: 36.2x </a:t>
                      </a:r>
                      <a:endParaRPr lang="en-GB" sz="1200" b="0" i="0" dirty="0">
                        <a:solidFill>
                          <a:srgbClr val="000000"/>
                        </a:solidFill>
                        <a:effectLst/>
                        <a:latin typeface="Grandview Display"/>
                      </a:endParaRPr>
                    </a:p>
                    <a:p>
                      <a:pPr marL="342900" lvl="0" indent="-342900" algn="l" rtl="0" fontAlgn="base">
                        <a:lnSpc>
                          <a:spcPct val="100000"/>
                        </a:lnSpc>
                        <a:buClr>
                          <a:srgbClr val="00B050"/>
                        </a:buClr>
                        <a:buFont typeface="Arial" panose="020B0604020202020204" pitchFamily="34" charset="0"/>
                        <a:buChar char="•"/>
                      </a:pPr>
                      <a:r>
                        <a:rPr lang="en-GB" sz="1200" b="0" i="0" u="none" strike="noStrike" dirty="0">
                          <a:solidFill>
                            <a:srgbClr val="000000"/>
                          </a:solidFill>
                          <a:effectLst/>
                          <a:latin typeface="Grandview Display"/>
                        </a:rPr>
                        <a:t>Most key central banks are not expected to increase interest rates </a:t>
                      </a:r>
                      <a:endParaRPr lang="en-GB" sz="1200" b="0" i="0" dirty="0">
                        <a:solidFill>
                          <a:srgbClr val="000000"/>
                        </a:solidFill>
                        <a:effectLst/>
                        <a:latin typeface="Grandview Display"/>
                      </a:endParaRPr>
                    </a:p>
                    <a:p>
                      <a:pPr marL="342900" lvl="0" indent="-342900" algn="l">
                        <a:lnSpc>
                          <a:spcPct val="100000"/>
                        </a:lnSpc>
                        <a:buFont typeface="Arial" panose="020B0604020202020204" pitchFamily="34" charset="0"/>
                        <a:buChar char="•"/>
                      </a:pPr>
                      <a:endParaRPr lang="en-GB" sz="500" b="0" i="0" u="none" strike="noStrike" dirty="0">
                        <a:solidFill>
                          <a:srgbClr val="000000"/>
                        </a:solidFill>
                        <a:effectLst/>
                        <a:latin typeface="Grandview Display"/>
                      </a:endParaRPr>
                    </a:p>
                    <a:p>
                      <a:pPr marL="342900" lvl="0" indent="-342900" algn="l" rtl="0" fontAlgn="base">
                        <a:lnSpc>
                          <a:spcPct val="100000"/>
                        </a:lnSpc>
                        <a:buClr>
                          <a:srgbClr val="FF0000"/>
                        </a:buClr>
                        <a:buFont typeface="Arial" panose="020B0604020202020204" pitchFamily="34" charset="0"/>
                        <a:buChar char="•"/>
                      </a:pPr>
                      <a:r>
                        <a:rPr lang="en-GB" sz="1200" b="0" i="0" u="none" strike="noStrike" dirty="0">
                          <a:solidFill>
                            <a:srgbClr val="000000"/>
                          </a:solidFill>
                          <a:effectLst/>
                          <a:latin typeface="Grandview Display"/>
                        </a:rPr>
                        <a:t>Project execution delays and weak demand can cause returns to come later than planned </a:t>
                      </a:r>
                      <a:endParaRPr lang="en-GB" sz="1200" b="0" i="0" dirty="0">
                        <a:solidFill>
                          <a:srgbClr val="000000"/>
                        </a:solidFill>
                        <a:effectLst/>
                        <a:latin typeface="Grandview Display"/>
                      </a:endParaRPr>
                    </a:p>
                    <a:p>
                      <a:pPr marL="342900" lvl="0" indent="-342900" algn="l" rtl="0" fontAlgn="base">
                        <a:lnSpc>
                          <a:spcPct val="100000"/>
                        </a:lnSpc>
                        <a:buClr>
                          <a:srgbClr val="00B050"/>
                        </a:buClr>
                        <a:buFont typeface="Arial" panose="020B0604020202020204" pitchFamily="34" charset="0"/>
                        <a:buChar char="•"/>
                      </a:pPr>
                      <a:r>
                        <a:rPr lang="en-GB" sz="1200" b="0" i="0" u="none" strike="noStrike" dirty="0">
                          <a:solidFill>
                            <a:srgbClr val="000000"/>
                          </a:solidFill>
                          <a:effectLst/>
                          <a:latin typeface="Grandview Display"/>
                        </a:rPr>
                        <a:t>History of delivering on complex projects </a:t>
                      </a:r>
                      <a:endParaRPr lang="en-GB" sz="1200" b="0" i="0" dirty="0">
                        <a:solidFill>
                          <a:srgbClr val="000000"/>
                        </a:solidFill>
                        <a:effectLst/>
                        <a:latin typeface="Grandview Display"/>
                      </a:endParaRPr>
                    </a:p>
                  </a:txBody>
                  <a:tcPr marL="66294" marR="66294" marT="33147" marB="331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32557608"/>
                  </a:ext>
                </a:extLst>
              </a:tr>
              <a:tr h="1563012">
                <a:tc>
                  <a:txBody>
                    <a:bodyPr/>
                    <a:lstStyle/>
                    <a:p>
                      <a:pPr algn="l" rtl="0" fontAlgn="base">
                        <a:lnSpc>
                          <a:spcPts val="1425"/>
                        </a:lnSpc>
                        <a:buNone/>
                      </a:pPr>
                      <a:r>
                        <a:rPr lang="en-GB" sz="1200" b="0" i="0">
                          <a:solidFill>
                            <a:srgbClr val="FFFFFF"/>
                          </a:solidFill>
                          <a:effectLst/>
                          <a:latin typeface="Grandview Display"/>
                        </a:rPr>
                        <a:t>Legal</a:t>
                      </a:r>
                      <a:endParaRPr lang="en-GB" sz="1200" b="0" i="0">
                        <a:solidFill>
                          <a:srgbClr val="000000"/>
                        </a:solidFill>
                        <a:effectLst/>
                        <a:latin typeface="Grandview Display"/>
                      </a:endParaRPr>
                    </a:p>
                  </a:txBody>
                  <a:tcPr marL="66294" marR="66294" marT="33147" marB="331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355FAB"/>
                    </a:solidFill>
                  </a:tcPr>
                </a:tc>
                <a:tc>
                  <a:txBody>
                    <a:bodyPr/>
                    <a:lstStyle/>
                    <a:p>
                      <a:pPr marL="342900" lvl="0" indent="-342900" algn="l" rtl="0" fontAlgn="base">
                        <a:lnSpc>
                          <a:spcPct val="100000"/>
                        </a:lnSpc>
                        <a:buClr>
                          <a:srgbClr val="FF0000"/>
                        </a:buClr>
                        <a:buFont typeface="Arial" panose="020B0604020202020204" pitchFamily="34" charset="0"/>
                        <a:buChar char="•"/>
                      </a:pPr>
                      <a:r>
                        <a:rPr lang="en-GB" sz="1200" b="0" i="0" u="none" strike="noStrike" dirty="0">
                          <a:solidFill>
                            <a:schemeClr val="tx1"/>
                          </a:solidFill>
                          <a:effectLst/>
                          <a:latin typeface="Grandview Display"/>
                        </a:rPr>
                        <a:t>Oligopoly market: regulatory pattern to hinder M&amp;As  </a:t>
                      </a:r>
                    </a:p>
                    <a:p>
                      <a:pPr marL="800100" marR="0" lvl="1" indent="-342900" algn="l" defTabSz="914400" rtl="0" eaLnBrk="1" fontAlgn="base" latinLnBrk="0" hangingPunct="1">
                        <a:lnSpc>
                          <a:spcPct val="100000"/>
                        </a:lnSpc>
                        <a:spcBef>
                          <a:spcPts val="0"/>
                        </a:spcBef>
                        <a:spcAft>
                          <a:spcPts val="0"/>
                        </a:spcAft>
                        <a:buClr>
                          <a:srgbClr val="355FAB"/>
                        </a:buClr>
                        <a:buSzTx/>
                        <a:buFont typeface="Arial" panose="020B0604020202020204" pitchFamily="34" charset="0"/>
                        <a:buChar char="•"/>
                        <a:tabLst/>
                        <a:defRPr/>
                      </a:pPr>
                      <a:r>
                        <a:rPr lang="en-GB" sz="1200" dirty="0">
                          <a:solidFill>
                            <a:schemeClr val="tx1"/>
                          </a:solidFill>
                          <a:cs typeface="Calibri" panose="020F0502020204030204"/>
                        </a:rPr>
                        <a:t>e.g. the 2016 Airgas acquisition required a $781mn forced divestiture to a competitor (Matheson Tri-Gas) to satisfy the US FTC </a:t>
                      </a:r>
                      <a:endParaRPr lang="en-GB" sz="1200" b="0" i="0" dirty="0">
                        <a:solidFill>
                          <a:schemeClr val="tx1"/>
                        </a:solidFill>
                        <a:effectLst/>
                        <a:latin typeface="Grandview Display"/>
                      </a:endParaRPr>
                    </a:p>
                    <a:p>
                      <a:pPr marL="342900" lvl="0" indent="-342900" algn="l" rtl="0" fontAlgn="base">
                        <a:lnSpc>
                          <a:spcPct val="100000"/>
                        </a:lnSpc>
                        <a:buClr>
                          <a:srgbClr val="00B050"/>
                        </a:buClr>
                        <a:buFont typeface="Arial" panose="020B0604020202020204" pitchFamily="34" charset="0"/>
                        <a:buChar char="•"/>
                      </a:pPr>
                      <a:r>
                        <a:rPr lang="en-GB" sz="1200" b="0" i="0" u="none" strike="noStrike" dirty="0">
                          <a:solidFill>
                            <a:schemeClr val="tx1"/>
                          </a:solidFill>
                          <a:effectLst/>
                          <a:latin typeface="Grandview Display"/>
                        </a:rPr>
                        <a:t>Rely on organic investment for growth, supported by subsidies </a:t>
                      </a:r>
                      <a:endParaRPr lang="en-GB" sz="1200" b="0" i="0" dirty="0">
                        <a:solidFill>
                          <a:schemeClr val="tx1"/>
                        </a:solidFill>
                        <a:effectLst/>
                        <a:latin typeface="Grandview Display"/>
                      </a:endParaRPr>
                    </a:p>
                    <a:p>
                      <a:pPr marL="342900" lvl="0" indent="-342900" algn="l">
                        <a:lnSpc>
                          <a:spcPct val="100000"/>
                        </a:lnSpc>
                        <a:buFont typeface="Arial" panose="020B0604020202020204" pitchFamily="34" charset="0"/>
                        <a:buChar char="•"/>
                      </a:pPr>
                      <a:endParaRPr lang="en-GB" sz="500" b="0" i="0" u="none" strike="noStrike" dirty="0">
                        <a:solidFill>
                          <a:schemeClr val="tx1"/>
                        </a:solidFill>
                        <a:effectLst/>
                        <a:latin typeface="Grandview Display"/>
                      </a:endParaRPr>
                    </a:p>
                    <a:p>
                      <a:pPr marL="342900" lvl="0" indent="-342900" algn="l" rtl="0" fontAlgn="base">
                        <a:lnSpc>
                          <a:spcPct val="100000"/>
                        </a:lnSpc>
                        <a:buClr>
                          <a:srgbClr val="FF0000"/>
                        </a:buClr>
                        <a:buFont typeface="Arial" panose="020B0604020202020204" pitchFamily="34" charset="0"/>
                        <a:buChar char="•"/>
                      </a:pPr>
                      <a:r>
                        <a:rPr lang="en-GB" sz="1200" b="0" i="0" u="none" strike="noStrike" dirty="0">
                          <a:solidFill>
                            <a:schemeClr val="tx1"/>
                          </a:solidFill>
                          <a:effectLst/>
                          <a:latin typeface="Grandview Display"/>
                        </a:rPr>
                        <a:t>Projects are vulnerable to “climate-washing” lawsuits </a:t>
                      </a:r>
                    </a:p>
                    <a:p>
                      <a:pPr marL="800100" marR="0" lvl="1" indent="-342900" algn="l" defTabSz="914400" rtl="0" eaLnBrk="1" fontAlgn="base" latinLnBrk="0" hangingPunct="1">
                        <a:lnSpc>
                          <a:spcPct val="100000"/>
                        </a:lnSpc>
                        <a:spcBef>
                          <a:spcPts val="0"/>
                        </a:spcBef>
                        <a:spcAft>
                          <a:spcPts val="0"/>
                        </a:spcAft>
                        <a:buClr>
                          <a:srgbClr val="355FAB"/>
                        </a:buClr>
                        <a:buSzTx/>
                        <a:buFont typeface="Arial" panose="020B0604020202020204" pitchFamily="34" charset="0"/>
                        <a:buChar char="•"/>
                        <a:tabLst/>
                        <a:defRPr/>
                      </a:pPr>
                      <a:r>
                        <a:rPr lang="en-GB" sz="1200" dirty="0">
                          <a:solidFill>
                            <a:schemeClr val="tx1"/>
                          </a:solidFill>
                          <a:cs typeface="Calibri" panose="020F0502020204030204"/>
                        </a:rPr>
                        <a:t>e.g. A 2024 Dutch court ruled that Airline KLM’s sustainability advertising was “misleading”, setting a European precedent for challenging corporate green claims in court </a:t>
                      </a:r>
                      <a:endParaRPr lang="en-GB" sz="1200" b="0" i="0" dirty="0">
                        <a:solidFill>
                          <a:schemeClr val="tx1"/>
                        </a:solidFill>
                        <a:effectLst/>
                        <a:latin typeface="Grandview Display"/>
                      </a:endParaRPr>
                    </a:p>
                    <a:p>
                      <a:pPr marL="342900" lvl="0" indent="-342900" algn="l" rtl="0" fontAlgn="base">
                        <a:lnSpc>
                          <a:spcPct val="100000"/>
                        </a:lnSpc>
                        <a:buClr>
                          <a:srgbClr val="00B050"/>
                        </a:buClr>
                        <a:buFont typeface="Arial" panose="020B0604020202020204" pitchFamily="34" charset="0"/>
                        <a:buChar char="•"/>
                      </a:pPr>
                      <a:r>
                        <a:rPr lang="en-GB" sz="1200" b="0" i="0" u="none" strike="noStrike" dirty="0">
                          <a:solidFill>
                            <a:schemeClr val="tx1"/>
                          </a:solidFill>
                          <a:effectLst/>
                          <a:latin typeface="Grandview Display"/>
                        </a:rPr>
                        <a:t>AL have released a strategic plan on how to achieve carbon neutrality by 2050, with markers along the timeline, granting protection to this narrative</a:t>
                      </a:r>
                      <a:endParaRPr lang="en-GB" sz="1200" b="0" i="0" dirty="0">
                        <a:solidFill>
                          <a:schemeClr val="tx1"/>
                        </a:solidFill>
                        <a:effectLst/>
                        <a:latin typeface="Grandview Display"/>
                      </a:endParaRPr>
                    </a:p>
                  </a:txBody>
                  <a:tcPr marL="66294" marR="66294" marT="33147" marB="331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71830070"/>
                  </a:ext>
                </a:extLst>
              </a:tr>
              <a:tr h="1363814">
                <a:tc>
                  <a:txBody>
                    <a:bodyPr/>
                    <a:lstStyle/>
                    <a:p>
                      <a:pPr algn="l" rtl="0" fontAlgn="base">
                        <a:lnSpc>
                          <a:spcPts val="1425"/>
                        </a:lnSpc>
                        <a:buNone/>
                      </a:pPr>
                      <a:r>
                        <a:rPr lang="en-GB" sz="1200" b="0" i="0">
                          <a:solidFill>
                            <a:srgbClr val="FFFFFF"/>
                          </a:solidFill>
                          <a:effectLst/>
                          <a:latin typeface="Grandview Display"/>
                        </a:rPr>
                        <a:t>ESG</a:t>
                      </a:r>
                      <a:endParaRPr lang="en-GB" sz="1200" b="0" i="0">
                        <a:solidFill>
                          <a:srgbClr val="000000"/>
                        </a:solidFill>
                        <a:effectLst/>
                        <a:latin typeface="Grandview Display"/>
                      </a:endParaRPr>
                    </a:p>
                  </a:txBody>
                  <a:tcPr marL="66294" marR="66294" marT="33147" marB="331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E6EA4"/>
                    </a:solidFill>
                  </a:tcPr>
                </a:tc>
                <a:tc>
                  <a:txBody>
                    <a:bodyPr/>
                    <a:lstStyle/>
                    <a:p>
                      <a:pPr marL="342900" lvl="0" indent="-342900" algn="l" rtl="0" fontAlgn="base">
                        <a:lnSpc>
                          <a:spcPct val="100000"/>
                        </a:lnSpc>
                        <a:buClr>
                          <a:srgbClr val="FF0000"/>
                        </a:buClr>
                        <a:buFont typeface="Arial" panose="020B0604020202020204" pitchFamily="34" charset="0"/>
                        <a:buChar char="•"/>
                      </a:pPr>
                      <a:r>
                        <a:rPr lang="en-GB" sz="1200" b="0" i="0" u="none" strike="noStrike" dirty="0">
                          <a:solidFill>
                            <a:srgbClr val="000000"/>
                          </a:solidFill>
                          <a:effectLst/>
                          <a:latin typeface="Grandview Display"/>
                        </a:rPr>
                        <a:t>Blue Hydrogen (Steam Methane Reforming + CCS) attacked by critics: “false solution” and “not clean” </a:t>
                      </a:r>
                      <a:endParaRPr lang="en-GB" sz="1200" b="0" i="0" dirty="0">
                        <a:solidFill>
                          <a:srgbClr val="000000"/>
                        </a:solidFill>
                        <a:effectLst/>
                        <a:latin typeface="Grandview Display"/>
                      </a:endParaRPr>
                    </a:p>
                    <a:p>
                      <a:pPr marL="342900" lvl="0" indent="-342900" algn="l" rtl="0" fontAlgn="base">
                        <a:lnSpc>
                          <a:spcPct val="100000"/>
                        </a:lnSpc>
                        <a:buClr>
                          <a:srgbClr val="00B050"/>
                        </a:buClr>
                        <a:buFont typeface="Arial" panose="020B0604020202020204" pitchFamily="34" charset="0"/>
                        <a:buChar char="•"/>
                      </a:pPr>
                      <a:r>
                        <a:rPr lang="en-GB" sz="1200" b="0" i="0" u="none" strike="noStrike" dirty="0">
                          <a:solidFill>
                            <a:srgbClr val="000000"/>
                          </a:solidFill>
                          <a:effectLst/>
                          <a:latin typeface="Grandview Display"/>
                        </a:rPr>
                        <a:t>45Q tax credits protects cash flows - generating capital to fund green hydrogen business </a:t>
                      </a:r>
                      <a:endParaRPr lang="en-GB" sz="1200" b="0" i="0" dirty="0">
                        <a:solidFill>
                          <a:srgbClr val="000000"/>
                        </a:solidFill>
                        <a:effectLst/>
                        <a:latin typeface="Grandview Display"/>
                      </a:endParaRPr>
                    </a:p>
                    <a:p>
                      <a:pPr marL="342900" lvl="0" indent="-342900" algn="l">
                        <a:lnSpc>
                          <a:spcPct val="100000"/>
                        </a:lnSpc>
                        <a:buFont typeface="Arial" panose="020B0604020202020204" pitchFamily="34" charset="0"/>
                        <a:buChar char="•"/>
                      </a:pPr>
                      <a:endParaRPr lang="en-GB" sz="500" b="0" i="0" u="none" strike="noStrike" dirty="0">
                        <a:solidFill>
                          <a:srgbClr val="000000"/>
                        </a:solidFill>
                        <a:effectLst/>
                        <a:latin typeface="Grandview Display"/>
                      </a:endParaRPr>
                    </a:p>
                    <a:p>
                      <a:pPr marL="342900" lvl="0" indent="-342900" algn="l" rtl="0" fontAlgn="base">
                        <a:lnSpc>
                          <a:spcPct val="100000"/>
                        </a:lnSpc>
                        <a:buClr>
                          <a:srgbClr val="FF0000"/>
                        </a:buClr>
                        <a:buFont typeface="Arial" panose="020B0604020202020204" pitchFamily="34" charset="0"/>
                        <a:buChar char="•"/>
                      </a:pPr>
                      <a:r>
                        <a:rPr lang="en-GB" sz="1200" b="0" i="0" u="none" strike="noStrike" dirty="0">
                          <a:solidFill>
                            <a:srgbClr val="000000"/>
                          </a:solidFill>
                          <a:effectLst/>
                          <a:latin typeface="Grandview Display"/>
                        </a:rPr>
                        <a:t>Green Transition: increased demand for skilled workers, 7 million global shortage by 2030 (BCG) </a:t>
                      </a:r>
                      <a:endParaRPr lang="en-GB" sz="1200" b="0" i="0" dirty="0">
                        <a:solidFill>
                          <a:srgbClr val="000000"/>
                        </a:solidFill>
                        <a:effectLst/>
                        <a:latin typeface="Grandview Display"/>
                      </a:endParaRPr>
                    </a:p>
                    <a:p>
                      <a:pPr marL="342900" lvl="0" indent="-342900" algn="l" rtl="0" fontAlgn="base">
                        <a:lnSpc>
                          <a:spcPct val="100000"/>
                        </a:lnSpc>
                        <a:buClr>
                          <a:srgbClr val="00B050"/>
                        </a:buClr>
                        <a:buFont typeface="Arial" panose="020B0604020202020204" pitchFamily="34" charset="0"/>
                        <a:buChar char="•"/>
                      </a:pPr>
                      <a:r>
                        <a:rPr lang="en-GB" sz="1200" b="0" i="0" u="none" strike="noStrike" dirty="0">
                          <a:solidFill>
                            <a:srgbClr val="000000"/>
                          </a:solidFill>
                          <a:effectLst/>
                          <a:latin typeface="Grandview Display"/>
                        </a:rPr>
                        <a:t>Selected partner for 6/7 U.S DoE Clean Hydrogen Hubs which is attractive to future talent </a:t>
                      </a:r>
                    </a:p>
                    <a:p>
                      <a:pPr marL="342900" lvl="0" indent="-342900" algn="l">
                        <a:lnSpc>
                          <a:spcPct val="100000"/>
                        </a:lnSpc>
                        <a:buFont typeface="Arial" panose="020B0604020202020204" pitchFamily="34" charset="0"/>
                        <a:buChar char="•"/>
                      </a:pPr>
                      <a:endParaRPr lang="en-GB" sz="500" b="0" i="0" u="none" strike="noStrike" dirty="0">
                        <a:solidFill>
                          <a:srgbClr val="000000"/>
                        </a:solidFill>
                        <a:effectLst/>
                        <a:latin typeface="Grandview Display"/>
                      </a:endParaRPr>
                    </a:p>
                    <a:p>
                      <a:pPr marL="342900" lvl="0" indent="-342900" algn="l">
                        <a:lnSpc>
                          <a:spcPct val="100000"/>
                        </a:lnSpc>
                        <a:buClr>
                          <a:srgbClr val="FF0000"/>
                        </a:buClr>
                        <a:buFont typeface="Arial" panose="020B0604020202020204" pitchFamily="34" charset="0"/>
                        <a:buChar char="•"/>
                      </a:pPr>
                      <a:r>
                        <a:rPr lang="en-GB" sz="1200" b="0" i="0" u="none" strike="noStrike" dirty="0">
                          <a:solidFill>
                            <a:srgbClr val="000000"/>
                          </a:solidFill>
                          <a:effectLst/>
                          <a:latin typeface="Grandview Display"/>
                        </a:rPr>
                        <a:t>"ADVANCE" plan seen as too aspirational: investments not linked to quantified emission reductions, lower ESG rating, undermining credibility</a:t>
                      </a:r>
                    </a:p>
                    <a:p>
                      <a:pPr marL="342900" marR="0" lvl="0" indent="-342900" algn="l" defTabSz="914400" rtl="0" eaLnBrk="1" fontAlgn="auto" latinLnBrk="0" hangingPunct="1">
                        <a:lnSpc>
                          <a:spcPct val="100000"/>
                        </a:lnSpc>
                        <a:spcBef>
                          <a:spcPts val="0"/>
                        </a:spcBef>
                        <a:spcAft>
                          <a:spcPts val="0"/>
                        </a:spcAft>
                        <a:buClr>
                          <a:srgbClr val="00B050"/>
                        </a:buClr>
                        <a:buSzTx/>
                        <a:buFont typeface="Arial" panose="020B0604020202020204" pitchFamily="34" charset="0"/>
                        <a:buChar char="•"/>
                        <a:tabLst/>
                        <a:defRPr/>
                      </a:pPr>
                      <a:r>
                        <a:rPr lang="en-GB" sz="1200" b="0" i="0" u="none" strike="noStrike" dirty="0">
                          <a:solidFill>
                            <a:srgbClr val="000000"/>
                          </a:solidFill>
                          <a:effectLst/>
                          <a:latin typeface="Grandview Display"/>
                        </a:rPr>
                        <a:t>Managed also by the</a:t>
                      </a:r>
                      <a:r>
                        <a:rPr lang="en-GB" sz="1200" b="0" i="0" u="none" strike="noStrike" dirty="0">
                          <a:solidFill>
                            <a:schemeClr val="tx1"/>
                          </a:solidFill>
                          <a:effectLst/>
                          <a:latin typeface="Grandview Display"/>
                        </a:rPr>
                        <a:t> strategic plan on carbon neutrality by 2050, with markers along the timeline</a:t>
                      </a:r>
                      <a:endParaRPr lang="en-GB" sz="1200" b="0" i="0" u="none" strike="noStrike" dirty="0">
                        <a:solidFill>
                          <a:srgbClr val="000000"/>
                        </a:solidFill>
                        <a:effectLst/>
                        <a:latin typeface="Grandview Display"/>
                      </a:endParaRPr>
                    </a:p>
                  </a:txBody>
                  <a:tcPr marL="66294" marR="66294" marT="33147" marB="33147">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11641343"/>
                  </a:ext>
                </a:extLst>
              </a:tr>
            </a:tbl>
          </a:graphicData>
        </a:graphic>
      </p:graphicFrame>
      <p:sp>
        <p:nvSpPr>
          <p:cNvPr id="8" name="TextBox 7">
            <a:extLst>
              <a:ext uri="{FF2B5EF4-FFF2-40B4-BE49-F238E27FC236}">
                <a16:creationId xmlns:a16="http://schemas.microsoft.com/office/drawing/2014/main" id="{447B6798-286E-9397-0E38-99F608CA6528}"/>
              </a:ext>
            </a:extLst>
          </p:cNvPr>
          <p:cNvSpPr txBox="1"/>
          <p:nvPr/>
        </p:nvSpPr>
        <p:spPr>
          <a:xfrm>
            <a:off x="412931" y="113363"/>
            <a:ext cx="5500072" cy="461665"/>
          </a:xfrm>
          <a:prstGeom prst="rect">
            <a:avLst/>
          </a:prstGeom>
          <a:noFill/>
        </p:spPr>
        <p:txBody>
          <a:bodyPr wrap="square" lIns="91440" tIns="45720" rIns="91440" bIns="45720" rtlCol="0" anchor="t">
            <a:spAutoFit/>
          </a:bodyPr>
          <a:lstStyle/>
          <a:p>
            <a:r>
              <a:rPr lang="en-GB" sz="2400" b="1" dirty="0">
                <a:solidFill>
                  <a:srgbClr val="355FAB"/>
                </a:solidFill>
                <a:latin typeface="Arial"/>
                <a:ea typeface="ADLaM Display"/>
                <a:cs typeface="Arial"/>
              </a:rPr>
              <a:t>Risk Analysis</a:t>
            </a:r>
            <a:endParaRPr lang="en-GB" sz="2400" b="1" dirty="0">
              <a:solidFill>
                <a:srgbClr val="355FAB"/>
              </a:solidFill>
              <a:latin typeface="Arial" panose="020B0604020202020204" pitchFamily="34" charset="0"/>
              <a:ea typeface="ADLaM Display" panose="020F0502020204030204" pitchFamily="2" charset="0"/>
              <a:cs typeface="Arial" panose="020B0604020202020204" pitchFamily="34" charset="0"/>
            </a:endParaRPr>
          </a:p>
        </p:txBody>
      </p:sp>
      <p:pic>
        <p:nvPicPr>
          <p:cNvPr id="11" name="Picture 10" descr="Logo&#10;&#10;Description automatically generated with low confidence">
            <a:extLst>
              <a:ext uri="{FF2B5EF4-FFF2-40B4-BE49-F238E27FC236}">
                <a16:creationId xmlns:a16="http://schemas.microsoft.com/office/drawing/2014/main" id="{0AB12026-185E-2A00-E688-B35435327DE1}"/>
              </a:ext>
            </a:extLst>
          </p:cNvPr>
          <p:cNvPicPr>
            <a:picLocks noChangeAspect="1"/>
          </p:cNvPicPr>
          <p:nvPr/>
        </p:nvPicPr>
        <p:blipFill rotWithShape="1">
          <a:blip r:embed="rId3"/>
          <a:srcRect t="2292"/>
          <a:stretch/>
        </p:blipFill>
        <p:spPr>
          <a:xfrm>
            <a:off x="11210624" y="149368"/>
            <a:ext cx="550741" cy="661623"/>
          </a:xfrm>
          <a:prstGeom prst="rect">
            <a:avLst/>
          </a:prstGeom>
        </p:spPr>
      </p:pic>
      <p:sp>
        <p:nvSpPr>
          <p:cNvPr id="2" name="TextBox 1">
            <a:extLst>
              <a:ext uri="{FF2B5EF4-FFF2-40B4-BE49-F238E27FC236}">
                <a16:creationId xmlns:a16="http://schemas.microsoft.com/office/drawing/2014/main" id="{F29D0760-D13D-99AF-2634-92C8E8AEE352}"/>
              </a:ext>
            </a:extLst>
          </p:cNvPr>
          <p:cNvSpPr txBox="1"/>
          <p:nvPr/>
        </p:nvSpPr>
        <p:spPr>
          <a:xfrm>
            <a:off x="430635" y="525460"/>
            <a:ext cx="3884102" cy="338554"/>
          </a:xfrm>
          <a:prstGeom prst="rect">
            <a:avLst/>
          </a:prstGeom>
          <a:noFill/>
        </p:spPr>
        <p:txBody>
          <a:bodyPr wrap="square" lIns="91440" tIns="45720" rIns="91440" bIns="45720" rtlCol="0" anchor="t">
            <a:spAutoFit/>
          </a:bodyPr>
          <a:lstStyle/>
          <a:p>
            <a:r>
              <a:rPr lang="en-GB" sz="1600" i="1" dirty="0">
                <a:solidFill>
                  <a:srgbClr val="FF0000"/>
                </a:solidFill>
                <a:latin typeface="Grandview Display" panose="020B0502040204020203" pitchFamily="34" charset="0"/>
              </a:rPr>
              <a:t>Considerations</a:t>
            </a:r>
            <a:r>
              <a:rPr lang="en-GB" sz="1600" i="1" dirty="0">
                <a:latin typeface="Grandview Display" panose="020B0502040204020203" pitchFamily="34" charset="0"/>
              </a:rPr>
              <a:t> and </a:t>
            </a:r>
            <a:r>
              <a:rPr lang="en-GB" sz="1600" i="1" dirty="0">
                <a:solidFill>
                  <a:srgbClr val="00B050"/>
                </a:solidFill>
                <a:latin typeface="Grandview Display" panose="020B0502040204020203" pitchFamily="34" charset="0"/>
              </a:rPr>
              <a:t>Mitigants</a:t>
            </a:r>
          </a:p>
        </p:txBody>
      </p:sp>
      <p:cxnSp>
        <p:nvCxnSpPr>
          <p:cNvPr id="13" name="Straight Connector 12">
            <a:extLst>
              <a:ext uri="{FF2B5EF4-FFF2-40B4-BE49-F238E27FC236}">
                <a16:creationId xmlns:a16="http://schemas.microsoft.com/office/drawing/2014/main" id="{F55A53C0-1840-B5DA-6DDF-749752C0CA49}"/>
              </a:ext>
            </a:extLst>
          </p:cNvPr>
          <p:cNvCxnSpPr/>
          <p:nvPr/>
        </p:nvCxnSpPr>
        <p:spPr>
          <a:xfrm>
            <a:off x="487616" y="6389673"/>
            <a:ext cx="11291581"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Slide Number Placeholder 11">
            <a:extLst>
              <a:ext uri="{FF2B5EF4-FFF2-40B4-BE49-F238E27FC236}">
                <a16:creationId xmlns:a16="http://schemas.microsoft.com/office/drawing/2014/main" id="{4C2FB9F9-D3B5-E3E7-E21B-FDBB4BE214DF}"/>
              </a:ext>
            </a:extLst>
          </p:cNvPr>
          <p:cNvSpPr>
            <a:spLocks noGrp="1"/>
          </p:cNvSpPr>
          <p:nvPr>
            <p:ph type="sldNum" sz="quarter" idx="12"/>
          </p:nvPr>
        </p:nvSpPr>
        <p:spPr>
          <a:xfrm>
            <a:off x="8610600" y="6356350"/>
            <a:ext cx="2743200" cy="365125"/>
          </a:xfrm>
        </p:spPr>
        <p:txBody>
          <a:bodyPr/>
          <a:lstStyle/>
          <a:p>
            <a:fld id="{B0B96B13-3B2C-4D2F-B5C6-31437AAE5D43}" type="slidenum">
              <a:rPr lang="en-GB" smtClean="0"/>
              <a:t>7</a:t>
            </a:fld>
            <a:endParaRPr lang="en-GB"/>
          </a:p>
        </p:txBody>
      </p:sp>
      <p:cxnSp>
        <p:nvCxnSpPr>
          <p:cNvPr id="5" name="Straight Connector 4">
            <a:extLst>
              <a:ext uri="{FF2B5EF4-FFF2-40B4-BE49-F238E27FC236}">
                <a16:creationId xmlns:a16="http://schemas.microsoft.com/office/drawing/2014/main" id="{411FCA55-EAA7-71F6-7BC8-97328B49CC86}"/>
              </a:ext>
            </a:extLst>
          </p:cNvPr>
          <p:cNvCxnSpPr/>
          <p:nvPr/>
        </p:nvCxnSpPr>
        <p:spPr>
          <a:xfrm>
            <a:off x="11149831" y="296091"/>
            <a:ext cx="0" cy="383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Picture 20" descr="A logo for a company&#10;&#10;AI-generated content may be incorrect.">
            <a:extLst>
              <a:ext uri="{FF2B5EF4-FFF2-40B4-BE49-F238E27FC236}">
                <a16:creationId xmlns:a16="http://schemas.microsoft.com/office/drawing/2014/main" id="{713F719C-1B0A-713C-8A6D-13A34759A2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8307" y="177486"/>
            <a:ext cx="585106" cy="585106"/>
          </a:xfrm>
          <a:prstGeom prst="rect">
            <a:avLst/>
          </a:prstGeom>
        </p:spPr>
      </p:pic>
    </p:spTree>
    <p:extLst>
      <p:ext uri="{BB962C8B-B14F-4D97-AF65-F5344CB8AC3E}">
        <p14:creationId xmlns:p14="http://schemas.microsoft.com/office/powerpoint/2010/main" val="2170746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C64A9C38-2E1B-0625-3A75-10F65142E9BC}"/>
              </a:ext>
            </a:extLst>
          </p:cNvPr>
          <p:cNvCxnSpPr/>
          <p:nvPr/>
        </p:nvCxnSpPr>
        <p:spPr>
          <a:xfrm>
            <a:off x="469784" y="864066"/>
            <a:ext cx="11291581" cy="0"/>
          </a:xfrm>
          <a:prstGeom prst="line">
            <a:avLst/>
          </a:prstGeom>
          <a:ln w="19050">
            <a:solidFill>
              <a:srgbClr val="E3001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95C5593C-EF4D-9E5E-03BB-307C926FA26A}"/>
              </a:ext>
            </a:extLst>
          </p:cNvPr>
          <p:cNvCxnSpPr/>
          <p:nvPr/>
        </p:nvCxnSpPr>
        <p:spPr>
          <a:xfrm>
            <a:off x="412460" y="6402199"/>
            <a:ext cx="11291581"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D0795A3-2F4C-F5AF-F840-FD2FD2087C0B}"/>
              </a:ext>
            </a:extLst>
          </p:cNvPr>
          <p:cNvSpPr txBox="1"/>
          <p:nvPr/>
        </p:nvSpPr>
        <p:spPr>
          <a:xfrm>
            <a:off x="412931" y="113363"/>
            <a:ext cx="5500072" cy="461665"/>
          </a:xfrm>
          <a:prstGeom prst="rect">
            <a:avLst/>
          </a:prstGeom>
          <a:noFill/>
        </p:spPr>
        <p:txBody>
          <a:bodyPr wrap="square" lIns="91440" tIns="45720" rIns="91440" bIns="45720" rtlCol="0" anchor="t">
            <a:spAutoFit/>
          </a:bodyPr>
          <a:lstStyle/>
          <a:p>
            <a:r>
              <a:rPr lang="en-GB" sz="2400" b="1" dirty="0">
                <a:solidFill>
                  <a:srgbClr val="355FAB"/>
                </a:solidFill>
                <a:latin typeface="Arial"/>
                <a:ea typeface="ADLaM Display"/>
                <a:cs typeface="Arial"/>
              </a:rPr>
              <a:t>DCF Analysis: Projections</a:t>
            </a:r>
            <a:endParaRPr lang="en-GB" sz="2400" b="1" dirty="0">
              <a:solidFill>
                <a:srgbClr val="355FAB"/>
              </a:solidFill>
              <a:latin typeface="Arial" panose="020B0604020202020204" pitchFamily="34" charset="0"/>
              <a:ea typeface="ADLaM Display" panose="020F0502020204030204" pitchFamily="2" charset="0"/>
              <a:cs typeface="Arial" panose="020B0604020202020204" pitchFamily="34" charset="0"/>
            </a:endParaRPr>
          </a:p>
        </p:txBody>
      </p:sp>
      <p:pic>
        <p:nvPicPr>
          <p:cNvPr id="11" name="Picture 10" descr="Logo&#10;&#10;Description automatically generated with low confidence">
            <a:extLst>
              <a:ext uri="{FF2B5EF4-FFF2-40B4-BE49-F238E27FC236}">
                <a16:creationId xmlns:a16="http://schemas.microsoft.com/office/drawing/2014/main" id="{E22B38A6-6FA7-D421-762B-E50AE8E4EE26}"/>
              </a:ext>
            </a:extLst>
          </p:cNvPr>
          <p:cNvPicPr>
            <a:picLocks noChangeAspect="1"/>
          </p:cNvPicPr>
          <p:nvPr/>
        </p:nvPicPr>
        <p:blipFill rotWithShape="1">
          <a:blip r:embed="rId2"/>
          <a:srcRect t="2292"/>
          <a:stretch/>
        </p:blipFill>
        <p:spPr>
          <a:xfrm>
            <a:off x="11210624" y="149368"/>
            <a:ext cx="550741" cy="661623"/>
          </a:xfrm>
          <a:prstGeom prst="rect">
            <a:avLst/>
          </a:prstGeom>
        </p:spPr>
      </p:pic>
      <p:sp>
        <p:nvSpPr>
          <p:cNvPr id="12" name="Slide Number Placeholder 11">
            <a:extLst>
              <a:ext uri="{FF2B5EF4-FFF2-40B4-BE49-F238E27FC236}">
                <a16:creationId xmlns:a16="http://schemas.microsoft.com/office/drawing/2014/main" id="{54F16F8B-4531-2794-81B2-967503451EC3}"/>
              </a:ext>
            </a:extLst>
          </p:cNvPr>
          <p:cNvSpPr>
            <a:spLocks noGrp="1"/>
          </p:cNvSpPr>
          <p:nvPr>
            <p:ph type="sldNum" sz="quarter" idx="12"/>
          </p:nvPr>
        </p:nvSpPr>
        <p:spPr/>
        <p:txBody>
          <a:bodyPr/>
          <a:lstStyle/>
          <a:p>
            <a:fld id="{B0B96B13-3B2C-4D2F-B5C6-31437AAE5D43}" type="slidenum">
              <a:rPr lang="en-GB" smtClean="0"/>
              <a:t>8</a:t>
            </a:fld>
            <a:endParaRPr lang="en-GB"/>
          </a:p>
        </p:txBody>
      </p:sp>
      <p:sp>
        <p:nvSpPr>
          <p:cNvPr id="2" name="TextBox 1">
            <a:extLst>
              <a:ext uri="{FF2B5EF4-FFF2-40B4-BE49-F238E27FC236}">
                <a16:creationId xmlns:a16="http://schemas.microsoft.com/office/drawing/2014/main" id="{4E6CE683-9E97-15C0-59A5-0EDBA121C29D}"/>
              </a:ext>
            </a:extLst>
          </p:cNvPr>
          <p:cNvSpPr txBox="1"/>
          <p:nvPr/>
        </p:nvSpPr>
        <p:spPr>
          <a:xfrm>
            <a:off x="430635" y="514523"/>
            <a:ext cx="3884102" cy="338554"/>
          </a:xfrm>
          <a:prstGeom prst="rect">
            <a:avLst/>
          </a:prstGeom>
          <a:noFill/>
        </p:spPr>
        <p:txBody>
          <a:bodyPr wrap="square" lIns="91440" tIns="45720" rIns="91440" bIns="45720" rtlCol="0" anchor="t">
            <a:spAutoFit/>
          </a:bodyPr>
          <a:lstStyle/>
          <a:p>
            <a:r>
              <a:rPr lang="en-GB" sz="1600" i="1" dirty="0">
                <a:latin typeface="Grandview Display" panose="020B0502040204020203" pitchFamily="34" charset="0"/>
              </a:rPr>
              <a:t>5-Year Revenue Forecasts</a:t>
            </a:r>
            <a:endParaRPr lang="en-GB" dirty="0">
              <a:latin typeface="Grandview Display" panose="020B0502040204020203" pitchFamily="34" charset="0"/>
            </a:endParaRPr>
          </a:p>
        </p:txBody>
      </p:sp>
      <p:sp>
        <p:nvSpPr>
          <p:cNvPr id="14" name="TextBox 13">
            <a:extLst>
              <a:ext uri="{FF2B5EF4-FFF2-40B4-BE49-F238E27FC236}">
                <a16:creationId xmlns:a16="http://schemas.microsoft.com/office/drawing/2014/main" id="{2EC66D0D-53EA-8CE9-4182-F0257E3F38F1}"/>
              </a:ext>
            </a:extLst>
          </p:cNvPr>
          <p:cNvSpPr txBox="1"/>
          <p:nvPr/>
        </p:nvSpPr>
        <p:spPr>
          <a:xfrm>
            <a:off x="414020" y="3967251"/>
            <a:ext cx="24510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Grandview Display" panose="020B0502040204020203" pitchFamily="34" charset="0"/>
                <a:ea typeface="Calibri"/>
                <a:cs typeface="Calibri"/>
              </a:rPr>
              <a:t>Sensitivity Analysis:</a:t>
            </a:r>
            <a:endParaRPr lang="en-GB">
              <a:latin typeface="Grandview Display" panose="020B0502040204020203" pitchFamily="34" charset="0"/>
            </a:endParaRPr>
          </a:p>
        </p:txBody>
      </p:sp>
      <p:sp>
        <p:nvSpPr>
          <p:cNvPr id="15" name="TextBox 14">
            <a:extLst>
              <a:ext uri="{FF2B5EF4-FFF2-40B4-BE49-F238E27FC236}">
                <a16:creationId xmlns:a16="http://schemas.microsoft.com/office/drawing/2014/main" id="{0F66A0B2-7DEE-B57B-5DF3-20EB309AF0B8}"/>
              </a:ext>
            </a:extLst>
          </p:cNvPr>
          <p:cNvSpPr txBox="1"/>
          <p:nvPr/>
        </p:nvSpPr>
        <p:spPr>
          <a:xfrm>
            <a:off x="3416681" y="4424303"/>
            <a:ext cx="103274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ea typeface="Calibri"/>
                <a:cs typeface="Calibri"/>
              </a:rPr>
              <a:t>WACC  </a:t>
            </a:r>
            <a:endParaRPr lang="en-GB" sz="1400" dirty="0"/>
          </a:p>
        </p:txBody>
      </p:sp>
      <p:sp>
        <p:nvSpPr>
          <p:cNvPr id="16" name="TextBox 15">
            <a:extLst>
              <a:ext uri="{FF2B5EF4-FFF2-40B4-BE49-F238E27FC236}">
                <a16:creationId xmlns:a16="http://schemas.microsoft.com/office/drawing/2014/main" id="{58F880CA-A4EC-12D3-A779-25295CB22102}"/>
              </a:ext>
            </a:extLst>
          </p:cNvPr>
          <p:cNvSpPr txBox="1"/>
          <p:nvPr/>
        </p:nvSpPr>
        <p:spPr>
          <a:xfrm rot="16200000">
            <a:off x="-148266" y="5276823"/>
            <a:ext cx="146557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ea typeface="Calibri"/>
                <a:cs typeface="Calibri"/>
              </a:rPr>
              <a:t>Terminal Growth</a:t>
            </a:r>
          </a:p>
        </p:txBody>
      </p:sp>
      <p:sp>
        <p:nvSpPr>
          <p:cNvPr id="17" name="TextBox 16">
            <a:extLst>
              <a:ext uri="{FF2B5EF4-FFF2-40B4-BE49-F238E27FC236}">
                <a16:creationId xmlns:a16="http://schemas.microsoft.com/office/drawing/2014/main" id="{F653FADB-36F5-34D2-9E5B-D135259B0F08}"/>
              </a:ext>
            </a:extLst>
          </p:cNvPr>
          <p:cNvSpPr txBox="1"/>
          <p:nvPr/>
        </p:nvSpPr>
        <p:spPr>
          <a:xfrm>
            <a:off x="6415570" y="3967250"/>
            <a:ext cx="3731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Grandview Display" panose="020B0502040204020203" pitchFamily="34" charset="0"/>
                <a:ea typeface="Calibri"/>
                <a:cs typeface="Calibri"/>
              </a:rPr>
              <a:t>Comparable Company Analysis:</a:t>
            </a:r>
          </a:p>
        </p:txBody>
      </p:sp>
      <p:graphicFrame>
        <p:nvGraphicFramePr>
          <p:cNvPr id="18" name="Table 17">
            <a:extLst>
              <a:ext uri="{FF2B5EF4-FFF2-40B4-BE49-F238E27FC236}">
                <a16:creationId xmlns:a16="http://schemas.microsoft.com/office/drawing/2014/main" id="{DEEB7350-5DFC-198E-9BC5-700DB3CDD751}"/>
              </a:ext>
            </a:extLst>
          </p:cNvPr>
          <p:cNvGraphicFramePr>
            <a:graphicFrameLocks noGrp="1"/>
          </p:cNvGraphicFramePr>
          <p:nvPr>
            <p:extLst>
              <p:ext uri="{D42A27DB-BD31-4B8C-83A1-F6EECF244321}">
                <p14:modId xmlns:p14="http://schemas.microsoft.com/office/powerpoint/2010/main" val="481340478"/>
              </p:ext>
            </p:extLst>
          </p:nvPr>
        </p:nvGraphicFramePr>
        <p:xfrm>
          <a:off x="6410960" y="4545658"/>
          <a:ext cx="5298370" cy="1655779"/>
        </p:xfrm>
        <a:graphic>
          <a:graphicData uri="http://schemas.openxmlformats.org/drawingml/2006/table">
            <a:tbl>
              <a:tblPr firstRow="1" bandRow="1">
                <a:tableStyleId>{5C22544A-7EE6-4342-B048-85BDC9FD1C3A}</a:tableStyleId>
              </a:tblPr>
              <a:tblGrid>
                <a:gridCol w="1059674">
                  <a:extLst>
                    <a:ext uri="{9D8B030D-6E8A-4147-A177-3AD203B41FA5}">
                      <a16:colId xmlns:a16="http://schemas.microsoft.com/office/drawing/2014/main" val="2924763626"/>
                    </a:ext>
                  </a:extLst>
                </a:gridCol>
                <a:gridCol w="1059674">
                  <a:extLst>
                    <a:ext uri="{9D8B030D-6E8A-4147-A177-3AD203B41FA5}">
                      <a16:colId xmlns:a16="http://schemas.microsoft.com/office/drawing/2014/main" val="2476571166"/>
                    </a:ext>
                  </a:extLst>
                </a:gridCol>
                <a:gridCol w="1059674">
                  <a:extLst>
                    <a:ext uri="{9D8B030D-6E8A-4147-A177-3AD203B41FA5}">
                      <a16:colId xmlns:a16="http://schemas.microsoft.com/office/drawing/2014/main" val="1121500484"/>
                    </a:ext>
                  </a:extLst>
                </a:gridCol>
                <a:gridCol w="1059674">
                  <a:extLst>
                    <a:ext uri="{9D8B030D-6E8A-4147-A177-3AD203B41FA5}">
                      <a16:colId xmlns:a16="http://schemas.microsoft.com/office/drawing/2014/main" val="662586757"/>
                    </a:ext>
                  </a:extLst>
                </a:gridCol>
                <a:gridCol w="1059674">
                  <a:extLst>
                    <a:ext uri="{9D8B030D-6E8A-4147-A177-3AD203B41FA5}">
                      <a16:colId xmlns:a16="http://schemas.microsoft.com/office/drawing/2014/main" val="819183060"/>
                    </a:ext>
                  </a:extLst>
                </a:gridCol>
              </a:tblGrid>
              <a:tr h="558499">
                <a:tc>
                  <a:txBody>
                    <a:bodyPr/>
                    <a:lstStyle/>
                    <a:p>
                      <a:endParaRPr lang="en-GB" sz="1200"/>
                    </a:p>
                  </a:txBody>
                  <a:tcPr>
                    <a:lnR w="12700" cap="flat" cmpd="sng" algn="ctr">
                      <a:solidFill>
                        <a:srgbClr val="E30011"/>
                      </a:solidFill>
                      <a:prstDash val="solid"/>
                      <a:round/>
                      <a:headEnd type="none" w="med" len="med"/>
                      <a:tailEnd type="none" w="med" len="med"/>
                    </a:lnR>
                    <a:lnB w="12700" cap="flat" cmpd="sng" algn="ctr">
                      <a:solidFill>
                        <a:srgbClr val="E30011"/>
                      </a:solidFill>
                      <a:prstDash val="solid"/>
                      <a:round/>
                      <a:headEnd type="none" w="med" len="med"/>
                      <a:tailEnd type="none" w="med" len="med"/>
                    </a:lnB>
                    <a:solidFill>
                      <a:srgbClr val="355FAB"/>
                    </a:solidFill>
                  </a:tcPr>
                </a:tc>
                <a:tc>
                  <a:txBody>
                    <a:bodyPr/>
                    <a:lstStyle/>
                    <a:p>
                      <a:pPr algn="ctr"/>
                      <a:r>
                        <a:rPr lang="en-GB" sz="1200" b="1" u="none"/>
                        <a:t>Air Liquide </a:t>
                      </a:r>
                    </a:p>
                  </a:txBody>
                  <a:tcPr anchor="ctr">
                    <a:lnL w="12700" cap="flat" cmpd="sng" algn="ctr">
                      <a:solidFill>
                        <a:srgbClr val="E30011"/>
                      </a:solidFill>
                      <a:prstDash val="solid"/>
                      <a:round/>
                      <a:headEnd type="none" w="med" len="med"/>
                      <a:tailEnd type="none" w="med" len="med"/>
                    </a:lnL>
                    <a:lnB w="12700" cap="flat" cmpd="sng" algn="ctr">
                      <a:solidFill>
                        <a:srgbClr val="E30011"/>
                      </a:solidFill>
                      <a:prstDash val="solid"/>
                      <a:round/>
                      <a:headEnd type="none" w="med" len="med"/>
                      <a:tailEnd type="none" w="med" len="med"/>
                    </a:lnB>
                    <a:solidFill>
                      <a:srgbClr val="355FAB"/>
                    </a:solidFill>
                  </a:tcPr>
                </a:tc>
                <a:tc>
                  <a:txBody>
                    <a:bodyPr/>
                    <a:lstStyle/>
                    <a:p>
                      <a:pPr algn="ctr"/>
                      <a:r>
                        <a:rPr lang="en-GB" sz="1200" b="1" u="none"/>
                        <a:t>Linde PLC</a:t>
                      </a:r>
                    </a:p>
                  </a:txBody>
                  <a:tcPr anchor="ctr">
                    <a:lnB w="12700" cap="flat" cmpd="sng" algn="ctr">
                      <a:solidFill>
                        <a:srgbClr val="E30011"/>
                      </a:solidFill>
                      <a:prstDash val="solid"/>
                      <a:round/>
                      <a:headEnd type="none" w="med" len="med"/>
                      <a:tailEnd type="none" w="med" len="med"/>
                    </a:lnB>
                    <a:solidFill>
                      <a:srgbClr val="355FAB"/>
                    </a:solidFill>
                  </a:tcPr>
                </a:tc>
                <a:tc>
                  <a:txBody>
                    <a:bodyPr/>
                    <a:lstStyle/>
                    <a:p>
                      <a:pPr algn="ctr"/>
                      <a:r>
                        <a:rPr lang="en-GB" sz="1200" b="1" u="none"/>
                        <a:t>Air Products &amp; Chemicals</a:t>
                      </a:r>
                    </a:p>
                  </a:txBody>
                  <a:tcPr anchor="ctr">
                    <a:lnB w="12700" cap="flat" cmpd="sng" algn="ctr">
                      <a:solidFill>
                        <a:srgbClr val="E30011"/>
                      </a:solidFill>
                      <a:prstDash val="solid"/>
                      <a:round/>
                      <a:headEnd type="none" w="med" len="med"/>
                      <a:tailEnd type="none" w="med" len="med"/>
                    </a:lnB>
                    <a:solidFill>
                      <a:srgbClr val="355FAB"/>
                    </a:solidFill>
                  </a:tcPr>
                </a:tc>
                <a:tc>
                  <a:txBody>
                    <a:bodyPr/>
                    <a:lstStyle/>
                    <a:p>
                      <a:pPr algn="ctr"/>
                      <a:r>
                        <a:rPr lang="en-GB" sz="1200" b="1" u="none"/>
                        <a:t>Nippon Sanso Holdings</a:t>
                      </a:r>
                    </a:p>
                  </a:txBody>
                  <a:tcPr anchor="ctr">
                    <a:lnB w="12700" cap="flat" cmpd="sng" algn="ctr">
                      <a:solidFill>
                        <a:srgbClr val="E30011"/>
                      </a:solidFill>
                      <a:prstDash val="solid"/>
                      <a:round/>
                      <a:headEnd type="none" w="med" len="med"/>
                      <a:tailEnd type="none" w="med" len="med"/>
                    </a:lnB>
                    <a:solidFill>
                      <a:srgbClr val="355FAB"/>
                    </a:solidFill>
                  </a:tcPr>
                </a:tc>
                <a:extLst>
                  <a:ext uri="{0D108BD9-81ED-4DB2-BD59-A6C34878D82A}">
                    <a16:rowId xmlns:a16="http://schemas.microsoft.com/office/drawing/2014/main" val="4170594177"/>
                  </a:ext>
                </a:extLst>
              </a:tr>
              <a:tr h="239356">
                <a:tc>
                  <a:txBody>
                    <a:bodyPr/>
                    <a:lstStyle/>
                    <a:p>
                      <a:pPr algn="ctr"/>
                      <a:r>
                        <a:rPr lang="en-GB" sz="1200">
                          <a:solidFill>
                            <a:schemeClr val="bg1"/>
                          </a:solidFill>
                        </a:rPr>
                        <a:t>P/E(TTM </a:t>
                      </a:r>
                      <a:endParaRPr lang="en-US">
                        <a:solidFill>
                          <a:schemeClr val="bg1"/>
                        </a:solidFill>
                      </a:endParaRPr>
                    </a:p>
                    <a:p>
                      <a:pPr lvl="0" algn="ctr">
                        <a:buNone/>
                      </a:pPr>
                      <a:r>
                        <a:rPr lang="en-GB" sz="1200">
                          <a:solidFill>
                            <a:schemeClr val="bg1"/>
                          </a:solidFill>
                        </a:rPr>
                        <a:t>Adjusted)</a:t>
                      </a:r>
                    </a:p>
                  </a:txBody>
                  <a:tcPr anchor="ctr">
                    <a:lnR w="12700" cap="flat" cmpd="sng" algn="ctr">
                      <a:solidFill>
                        <a:srgbClr val="E30011"/>
                      </a:solidFill>
                      <a:prstDash val="solid"/>
                      <a:round/>
                      <a:headEnd type="none" w="med" len="med"/>
                      <a:tailEnd type="none" w="med" len="med"/>
                    </a:lnR>
                    <a:lnT w="12700" cap="flat" cmpd="sng" algn="ctr">
                      <a:solidFill>
                        <a:srgbClr val="E30011"/>
                      </a:solidFill>
                      <a:prstDash val="solid"/>
                      <a:round/>
                      <a:headEnd type="none" w="med" len="med"/>
                      <a:tailEnd type="none" w="med" len="med"/>
                    </a:lnT>
                    <a:solidFill>
                      <a:srgbClr val="0E6EA4"/>
                    </a:solidFill>
                  </a:tcPr>
                </a:tc>
                <a:tc>
                  <a:txBody>
                    <a:bodyPr/>
                    <a:lstStyle/>
                    <a:p>
                      <a:pPr algn="ctr"/>
                      <a:r>
                        <a:rPr lang="en-GB" sz="1400">
                          <a:solidFill>
                            <a:schemeClr val="bg1"/>
                          </a:solidFill>
                        </a:rPr>
                        <a:t>28.2x</a:t>
                      </a:r>
                    </a:p>
                  </a:txBody>
                  <a:tcPr anchor="ctr">
                    <a:lnL w="12700" cap="flat" cmpd="sng" algn="ctr">
                      <a:solidFill>
                        <a:srgbClr val="E30011"/>
                      </a:solidFill>
                      <a:prstDash val="solid"/>
                      <a:round/>
                      <a:headEnd type="none" w="med" len="med"/>
                      <a:tailEnd type="none" w="med" len="med"/>
                    </a:lnL>
                    <a:lnT w="12700" cap="flat" cmpd="sng" algn="ctr">
                      <a:solidFill>
                        <a:srgbClr val="E30011"/>
                      </a:solidFill>
                      <a:prstDash val="solid"/>
                      <a:round/>
                      <a:headEnd type="none" w="med" len="med"/>
                      <a:tailEnd type="none" w="med" len="med"/>
                    </a:lnT>
                    <a:solidFill>
                      <a:srgbClr val="0E6EA4"/>
                    </a:solidFill>
                  </a:tcPr>
                </a:tc>
                <a:tc>
                  <a:txBody>
                    <a:bodyPr/>
                    <a:lstStyle/>
                    <a:p>
                      <a:pPr algn="ctr"/>
                      <a:r>
                        <a:rPr lang="en-GB" sz="1400">
                          <a:solidFill>
                            <a:schemeClr val="bg1"/>
                          </a:solidFill>
                        </a:rPr>
                        <a:t>26.4x</a:t>
                      </a:r>
                    </a:p>
                  </a:txBody>
                  <a:tcPr anchor="ctr">
                    <a:lnT w="12700" cap="flat" cmpd="sng" algn="ctr">
                      <a:solidFill>
                        <a:srgbClr val="E30011"/>
                      </a:solidFill>
                      <a:prstDash val="solid"/>
                      <a:round/>
                      <a:headEnd type="none" w="med" len="med"/>
                      <a:tailEnd type="none" w="med" len="med"/>
                    </a:lnT>
                    <a:solidFill>
                      <a:srgbClr val="0E6EA4"/>
                    </a:solidFill>
                  </a:tcPr>
                </a:tc>
                <a:tc>
                  <a:txBody>
                    <a:bodyPr/>
                    <a:lstStyle/>
                    <a:p>
                      <a:pPr algn="ctr"/>
                      <a:r>
                        <a:rPr lang="en-GB" sz="1400">
                          <a:solidFill>
                            <a:schemeClr val="bg1"/>
                          </a:solidFill>
                        </a:rPr>
                        <a:t>N/A</a:t>
                      </a:r>
                    </a:p>
                  </a:txBody>
                  <a:tcPr anchor="ctr">
                    <a:lnT w="12700" cap="flat" cmpd="sng" algn="ctr">
                      <a:solidFill>
                        <a:srgbClr val="E30011"/>
                      </a:solidFill>
                      <a:prstDash val="solid"/>
                      <a:round/>
                      <a:headEnd type="none" w="med" len="med"/>
                      <a:tailEnd type="none" w="med" len="med"/>
                    </a:lnT>
                    <a:solidFill>
                      <a:srgbClr val="0E6EA4"/>
                    </a:solidFill>
                  </a:tcPr>
                </a:tc>
                <a:tc>
                  <a:txBody>
                    <a:bodyPr/>
                    <a:lstStyle/>
                    <a:p>
                      <a:pPr algn="ctr"/>
                      <a:r>
                        <a:rPr lang="en-GB" sz="1400">
                          <a:solidFill>
                            <a:schemeClr val="bg1"/>
                          </a:solidFill>
                        </a:rPr>
                        <a:t>21.6x</a:t>
                      </a:r>
                    </a:p>
                  </a:txBody>
                  <a:tcPr anchor="ctr">
                    <a:lnT w="12700" cap="flat" cmpd="sng" algn="ctr">
                      <a:solidFill>
                        <a:srgbClr val="E30011"/>
                      </a:solidFill>
                      <a:prstDash val="solid"/>
                      <a:round/>
                      <a:headEnd type="none" w="med" len="med"/>
                      <a:tailEnd type="none" w="med" len="med"/>
                    </a:lnT>
                    <a:solidFill>
                      <a:srgbClr val="0E6EA4"/>
                    </a:solidFill>
                  </a:tcPr>
                </a:tc>
                <a:extLst>
                  <a:ext uri="{0D108BD9-81ED-4DB2-BD59-A6C34878D82A}">
                    <a16:rowId xmlns:a16="http://schemas.microsoft.com/office/drawing/2014/main" val="36858370"/>
                  </a:ext>
                </a:extLst>
              </a:tr>
              <a:tr h="239356">
                <a:tc>
                  <a:txBody>
                    <a:bodyPr/>
                    <a:lstStyle/>
                    <a:p>
                      <a:pPr lvl="0" algn="ctr">
                        <a:buNone/>
                      </a:pPr>
                      <a:r>
                        <a:rPr lang="en-GB" sz="1200">
                          <a:solidFill>
                            <a:schemeClr val="bg1"/>
                          </a:solidFill>
                        </a:rPr>
                        <a:t>EV/EBITDA (TTM Adjusted)</a:t>
                      </a:r>
                      <a:endParaRPr lang="en-GB">
                        <a:solidFill>
                          <a:schemeClr val="bg1"/>
                        </a:solidFill>
                      </a:endParaRPr>
                    </a:p>
                  </a:txBody>
                  <a:tcPr anchor="ctr">
                    <a:lnR w="12700" cap="flat" cmpd="sng" algn="ctr">
                      <a:solidFill>
                        <a:srgbClr val="E30011"/>
                      </a:solidFill>
                      <a:prstDash val="solid"/>
                      <a:round/>
                      <a:headEnd type="none" w="med" len="med"/>
                      <a:tailEnd type="none" w="med" len="med"/>
                    </a:lnR>
                    <a:solidFill>
                      <a:srgbClr val="A2A4AC"/>
                    </a:solidFill>
                  </a:tcPr>
                </a:tc>
                <a:tc>
                  <a:txBody>
                    <a:bodyPr/>
                    <a:lstStyle/>
                    <a:p>
                      <a:pPr lvl="0" algn="ctr">
                        <a:buNone/>
                      </a:pPr>
                      <a:r>
                        <a:rPr lang="en-GB" sz="1400">
                          <a:solidFill>
                            <a:schemeClr val="bg1"/>
                          </a:solidFill>
                        </a:rPr>
                        <a:t>15.3x</a:t>
                      </a:r>
                    </a:p>
                  </a:txBody>
                  <a:tcPr anchor="ctr">
                    <a:lnL w="12700" cap="flat" cmpd="sng" algn="ctr">
                      <a:solidFill>
                        <a:srgbClr val="E30011"/>
                      </a:solidFill>
                      <a:prstDash val="solid"/>
                      <a:round/>
                      <a:headEnd type="none" w="med" len="med"/>
                      <a:tailEnd type="none" w="med" len="med"/>
                    </a:lnL>
                    <a:solidFill>
                      <a:srgbClr val="A2A4AC"/>
                    </a:solidFill>
                  </a:tcPr>
                </a:tc>
                <a:tc>
                  <a:txBody>
                    <a:bodyPr/>
                    <a:lstStyle/>
                    <a:p>
                      <a:pPr lvl="0" algn="ctr">
                        <a:buNone/>
                      </a:pPr>
                      <a:r>
                        <a:rPr lang="en-GB" sz="1400">
                          <a:solidFill>
                            <a:schemeClr val="bg1"/>
                          </a:solidFill>
                        </a:rPr>
                        <a:t>16.9x</a:t>
                      </a:r>
                    </a:p>
                  </a:txBody>
                  <a:tcPr anchor="ctr">
                    <a:solidFill>
                      <a:srgbClr val="A2A4AC"/>
                    </a:solidFill>
                  </a:tcPr>
                </a:tc>
                <a:tc>
                  <a:txBody>
                    <a:bodyPr/>
                    <a:lstStyle/>
                    <a:p>
                      <a:pPr lvl="0" algn="ctr">
                        <a:buNone/>
                      </a:pPr>
                      <a:r>
                        <a:rPr lang="en-GB" sz="1400" dirty="0">
                          <a:solidFill>
                            <a:schemeClr val="bg1"/>
                          </a:solidFill>
                        </a:rPr>
                        <a:t>14.7x</a:t>
                      </a:r>
                    </a:p>
                  </a:txBody>
                  <a:tcPr anchor="ctr">
                    <a:solidFill>
                      <a:srgbClr val="A2A4AC"/>
                    </a:solidFill>
                  </a:tcPr>
                </a:tc>
                <a:tc>
                  <a:txBody>
                    <a:bodyPr/>
                    <a:lstStyle/>
                    <a:p>
                      <a:pPr lvl="0" algn="ctr">
                        <a:buNone/>
                      </a:pPr>
                      <a:r>
                        <a:rPr lang="en-GB" sz="1400" dirty="0">
                          <a:solidFill>
                            <a:schemeClr val="bg1"/>
                          </a:solidFill>
                        </a:rPr>
                        <a:t>9.47x</a:t>
                      </a:r>
                    </a:p>
                  </a:txBody>
                  <a:tcPr anchor="ctr">
                    <a:solidFill>
                      <a:srgbClr val="A2A4AC"/>
                    </a:solidFill>
                  </a:tcPr>
                </a:tc>
                <a:extLst>
                  <a:ext uri="{0D108BD9-81ED-4DB2-BD59-A6C34878D82A}">
                    <a16:rowId xmlns:a16="http://schemas.microsoft.com/office/drawing/2014/main" val="4214254409"/>
                  </a:ext>
                </a:extLst>
              </a:tr>
            </a:tbl>
          </a:graphicData>
        </a:graphic>
      </p:graphicFrame>
      <p:cxnSp>
        <p:nvCxnSpPr>
          <p:cNvPr id="25" name="Straight Connector 24">
            <a:extLst>
              <a:ext uri="{FF2B5EF4-FFF2-40B4-BE49-F238E27FC236}">
                <a16:creationId xmlns:a16="http://schemas.microsoft.com/office/drawing/2014/main" id="{2379B5DB-ACA9-218C-3AF4-2D1A924E6428}"/>
              </a:ext>
            </a:extLst>
          </p:cNvPr>
          <p:cNvCxnSpPr>
            <a:cxnSpLocks/>
          </p:cNvCxnSpPr>
          <p:nvPr/>
        </p:nvCxnSpPr>
        <p:spPr>
          <a:xfrm flipV="1">
            <a:off x="442747" y="4307185"/>
            <a:ext cx="5593167" cy="9407"/>
          </a:xfrm>
          <a:prstGeom prst="line">
            <a:avLst/>
          </a:prstGeom>
          <a:ln w="19050">
            <a:solidFill>
              <a:srgbClr val="E30011"/>
            </a:solidFill>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8F693078-DF9D-E071-4792-C9F55F751F33}"/>
              </a:ext>
            </a:extLst>
          </p:cNvPr>
          <p:cNvCxnSpPr>
            <a:cxnSpLocks/>
          </p:cNvCxnSpPr>
          <p:nvPr/>
        </p:nvCxnSpPr>
        <p:spPr>
          <a:xfrm flipV="1">
            <a:off x="6416451" y="4307185"/>
            <a:ext cx="5320353" cy="0"/>
          </a:xfrm>
          <a:prstGeom prst="line">
            <a:avLst/>
          </a:prstGeom>
          <a:ln w="19050">
            <a:solidFill>
              <a:srgbClr val="E30011"/>
            </a:solidFill>
          </a:ln>
        </p:spPr>
        <p:style>
          <a:lnRef idx="1">
            <a:schemeClr val="dk1"/>
          </a:lnRef>
          <a:fillRef idx="0">
            <a:schemeClr val="dk1"/>
          </a:fillRef>
          <a:effectRef idx="0">
            <a:schemeClr val="dk1"/>
          </a:effectRef>
          <a:fontRef idx="minor">
            <a:schemeClr val="tx1"/>
          </a:fontRef>
        </p:style>
      </p:cxnSp>
      <p:pic>
        <p:nvPicPr>
          <p:cNvPr id="3" name="Picture 2" descr="A logo for a company&#10;&#10;AI-generated content may be incorrect.">
            <a:extLst>
              <a:ext uri="{FF2B5EF4-FFF2-40B4-BE49-F238E27FC236}">
                <a16:creationId xmlns:a16="http://schemas.microsoft.com/office/drawing/2014/main" id="{6ED0A297-3954-A584-25D4-03F90DDEEE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8307" y="177486"/>
            <a:ext cx="585106" cy="585106"/>
          </a:xfrm>
          <a:prstGeom prst="rect">
            <a:avLst/>
          </a:prstGeom>
        </p:spPr>
      </p:pic>
      <p:cxnSp>
        <p:nvCxnSpPr>
          <p:cNvPr id="4" name="Straight Connector 3">
            <a:extLst>
              <a:ext uri="{FF2B5EF4-FFF2-40B4-BE49-F238E27FC236}">
                <a16:creationId xmlns:a16="http://schemas.microsoft.com/office/drawing/2014/main" id="{810B0783-1096-6DF0-F7BD-417C67E2DA21}"/>
              </a:ext>
            </a:extLst>
          </p:cNvPr>
          <p:cNvCxnSpPr/>
          <p:nvPr/>
        </p:nvCxnSpPr>
        <p:spPr>
          <a:xfrm>
            <a:off x="11149831" y="296091"/>
            <a:ext cx="0" cy="383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B3A451B-DD57-5C19-A79A-95DF92AB0E03}"/>
              </a:ext>
            </a:extLst>
          </p:cNvPr>
          <p:cNvPicPr>
            <a:picLocks noChangeAspect="1"/>
          </p:cNvPicPr>
          <p:nvPr/>
        </p:nvPicPr>
        <p:blipFill>
          <a:blip r:embed="rId4"/>
          <a:stretch>
            <a:fillRect/>
          </a:stretch>
        </p:blipFill>
        <p:spPr>
          <a:xfrm>
            <a:off x="412460" y="898926"/>
            <a:ext cx="7732473" cy="3044105"/>
          </a:xfrm>
          <a:prstGeom prst="rect">
            <a:avLst/>
          </a:prstGeom>
        </p:spPr>
      </p:pic>
      <p:pic>
        <p:nvPicPr>
          <p:cNvPr id="27" name="Picture 26">
            <a:extLst>
              <a:ext uri="{FF2B5EF4-FFF2-40B4-BE49-F238E27FC236}">
                <a16:creationId xmlns:a16="http://schemas.microsoft.com/office/drawing/2014/main" id="{D8B4D017-A434-E01C-2D8E-046C5D89334D}"/>
              </a:ext>
            </a:extLst>
          </p:cNvPr>
          <p:cNvPicPr>
            <a:picLocks noChangeAspect="1"/>
          </p:cNvPicPr>
          <p:nvPr/>
        </p:nvPicPr>
        <p:blipFill>
          <a:blip r:embed="rId5"/>
          <a:stretch>
            <a:fillRect/>
          </a:stretch>
        </p:blipFill>
        <p:spPr>
          <a:xfrm>
            <a:off x="8144933" y="905576"/>
            <a:ext cx="3559108" cy="3035179"/>
          </a:xfrm>
          <a:prstGeom prst="rect">
            <a:avLst/>
          </a:prstGeom>
        </p:spPr>
      </p:pic>
      <p:pic>
        <p:nvPicPr>
          <p:cNvPr id="29" name="Picture 28">
            <a:extLst>
              <a:ext uri="{FF2B5EF4-FFF2-40B4-BE49-F238E27FC236}">
                <a16:creationId xmlns:a16="http://schemas.microsoft.com/office/drawing/2014/main" id="{5B40A0AD-5CC5-56D6-FD25-B56E7D97620B}"/>
              </a:ext>
            </a:extLst>
          </p:cNvPr>
          <p:cNvPicPr>
            <a:picLocks noChangeAspect="1"/>
          </p:cNvPicPr>
          <p:nvPr/>
        </p:nvPicPr>
        <p:blipFill>
          <a:blip r:embed="rId6"/>
          <a:stretch>
            <a:fillRect/>
          </a:stretch>
        </p:blipFill>
        <p:spPr>
          <a:xfrm>
            <a:off x="738412" y="4695310"/>
            <a:ext cx="5274410" cy="1580271"/>
          </a:xfrm>
          <a:prstGeom prst="rect">
            <a:avLst/>
          </a:prstGeom>
        </p:spPr>
      </p:pic>
    </p:spTree>
    <p:extLst>
      <p:ext uri="{BB962C8B-B14F-4D97-AF65-F5344CB8AC3E}">
        <p14:creationId xmlns:p14="http://schemas.microsoft.com/office/powerpoint/2010/main" val="3481035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2C1F03B-3877-4E44-8370-2542F98A89D8}">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023721AF-05C9-3847-B9D5-DDAA9C9BF8B6}">
  <we:reference id="wa200007130" version="1.0.0.1" store="en-US" storeType="OMEX"/>
  <we:alternateReferences>
    <we:reference id="wa200007130" version="1.0.0.1"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4054310CE6D54A89818D772EDDAA4D" ma:contentTypeVersion="6" ma:contentTypeDescription="Create a new document." ma:contentTypeScope="" ma:versionID="b6395d88cd8ee30ff737fc257db131d5">
  <xsd:schema xmlns:xsd="http://www.w3.org/2001/XMLSchema" xmlns:xs="http://www.w3.org/2001/XMLSchema" xmlns:p="http://schemas.microsoft.com/office/2006/metadata/properties" xmlns:ns3="f9572fe2-d4bf-41fb-8e9d-c9cdec88dd66" targetNamespace="http://schemas.microsoft.com/office/2006/metadata/properties" ma:root="true" ma:fieldsID="20dd4460d9ac6e92f3239713cdfde733" ns3:_="">
    <xsd:import namespace="f9572fe2-d4bf-41fb-8e9d-c9cdec88dd6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572fe2-d4bf-41fb-8e9d-c9cdec88dd6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9572fe2-d4bf-41fb-8e9d-c9cdec88dd66" xsi:nil="true"/>
  </documentManagement>
</p:properties>
</file>

<file path=customXml/itemProps1.xml><?xml version="1.0" encoding="utf-8"?>
<ds:datastoreItem xmlns:ds="http://schemas.openxmlformats.org/officeDocument/2006/customXml" ds:itemID="{05A1CFC5-C5B8-431B-83BF-450A12805B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572fe2-d4bf-41fb-8e9d-c9cdec88dd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C8B761-9D56-46B2-B9DF-67627A34FF11}">
  <ds:schemaRefs>
    <ds:schemaRef ds:uri="http://schemas.microsoft.com/sharepoint/v3/contenttype/forms"/>
  </ds:schemaRefs>
</ds:datastoreItem>
</file>

<file path=customXml/itemProps3.xml><?xml version="1.0" encoding="utf-8"?>
<ds:datastoreItem xmlns:ds="http://schemas.openxmlformats.org/officeDocument/2006/customXml" ds:itemID="{8AE2258C-020E-4DFB-9F13-535732F3228E}">
  <ds:schemaRefs>
    <ds:schemaRef ds:uri="f9572fe2-d4bf-41fb-8e9d-c9cdec88dd66"/>
    <ds:schemaRef ds:uri="http://www.w3.org/XML/1998/namespace"/>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http://schemas.microsoft.com/office/2006/metadata/propertie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2181</TotalTime>
  <Words>1549</Words>
  <Application>Microsoft Office PowerPoint</Application>
  <PresentationFormat>Widescreen</PresentationFormat>
  <Paragraphs>188</Paragraphs>
  <Slides>8</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Arial Mt</vt:lpstr>
      <vt:lpstr>Calibri</vt:lpstr>
      <vt:lpstr>Calibri Light</vt:lpstr>
      <vt:lpstr>Courier New</vt:lpstr>
      <vt:lpstr>Grandview Display</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Smit Kotak</dc:creator>
  <cp:lastModifiedBy>Anay Mistry</cp:lastModifiedBy>
  <cp:revision>6</cp:revision>
  <dcterms:created xsi:type="dcterms:W3CDTF">2023-12-04T09:53:50Z</dcterms:created>
  <dcterms:modified xsi:type="dcterms:W3CDTF">2026-10-29T00:32:04Z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0x010100264054310CE6D54A89818D772EDDAA4D</vt:lpwstr>
  </property>
</Properties>
</file>